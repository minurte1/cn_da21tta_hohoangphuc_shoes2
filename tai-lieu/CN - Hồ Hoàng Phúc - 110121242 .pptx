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9"/>
  </p:notesMasterIdLst>
  <p:handoutMasterIdLst>
    <p:handoutMasterId r:id="rId30"/>
  </p:handoutMasterIdLst>
  <p:sldIdLst>
    <p:sldId id="256" r:id="rId5"/>
    <p:sldId id="296" r:id="rId6"/>
    <p:sldId id="348" r:id="rId7"/>
    <p:sldId id="275" r:id="rId8"/>
    <p:sldId id="343" r:id="rId9"/>
    <p:sldId id="341" r:id="rId10"/>
    <p:sldId id="342" r:id="rId11"/>
    <p:sldId id="358" r:id="rId12"/>
    <p:sldId id="294" r:id="rId13"/>
    <p:sldId id="344" r:id="rId14"/>
    <p:sldId id="359" r:id="rId15"/>
    <p:sldId id="360" r:id="rId16"/>
    <p:sldId id="361" r:id="rId17"/>
    <p:sldId id="349" r:id="rId18"/>
    <p:sldId id="319" r:id="rId19"/>
    <p:sldId id="350" r:id="rId20"/>
    <p:sldId id="351" r:id="rId21"/>
    <p:sldId id="352" r:id="rId22"/>
    <p:sldId id="354" r:id="rId23"/>
    <p:sldId id="355" r:id="rId24"/>
    <p:sldId id="356" r:id="rId25"/>
    <p:sldId id="357" r:id="rId26"/>
    <p:sldId id="362" r:id="rId27"/>
    <p:sldId id="289"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536" userDrawn="1">
          <p15:clr>
            <a:srgbClr val="A4A3A4"/>
          </p15:clr>
        </p15:guide>
        <p15:guide id="2" pos="312"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3E5A"/>
    <a:srgbClr val="446992"/>
    <a:srgbClr val="AEC2D8"/>
    <a:srgbClr val="98432A"/>
    <a:srgbClr val="D84400"/>
    <a:srgbClr val="44678D"/>
    <a:srgbClr val="D6E0EB"/>
    <a:srgbClr val="728DAB"/>
    <a:srgbClr val="C95B3A"/>
    <a:srgbClr val="2D4C6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5634"/>
  </p:normalViewPr>
  <p:slideViewPr>
    <p:cSldViewPr snapToGrid="0" showGuides="1">
      <p:cViewPr varScale="1">
        <p:scale>
          <a:sx n="85" d="100"/>
          <a:sy n="85" d="100"/>
        </p:scale>
        <p:origin x="590" y="62"/>
      </p:cViewPr>
      <p:guideLst>
        <p:guide orient="horz" pos="1536"/>
        <p:guide pos="312"/>
      </p:guideLst>
    </p:cSldViewPr>
  </p:slideViewPr>
  <p:outlineViewPr>
    <p:cViewPr>
      <p:scale>
        <a:sx n="33" d="100"/>
        <a:sy n="33" d="100"/>
      </p:scale>
      <p:origin x="0" y="-1616"/>
    </p:cViewPr>
  </p:outlineViewPr>
  <p:notesTextViewPr>
    <p:cViewPr>
      <p:scale>
        <a:sx n="1" d="1"/>
        <a:sy n="1" d="1"/>
      </p:scale>
      <p:origin x="0" y="0"/>
    </p:cViewPr>
  </p:notesTextViewPr>
  <p:sorterViewPr>
    <p:cViewPr>
      <p:scale>
        <a:sx n="150" d="100"/>
        <a:sy n="150" d="100"/>
      </p:scale>
      <p:origin x="0" y="0"/>
    </p:cViewPr>
  </p:sorterViewPr>
  <p:notesViewPr>
    <p:cSldViewPr snapToGrid="0">
      <p:cViewPr varScale="1">
        <p:scale>
          <a:sx n="58" d="100"/>
          <a:sy n="58" d="100"/>
        </p:scale>
        <p:origin x="2491"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handoutMaster" Target="handoutMasters/handoutMaster1.xml"/><Relationship Id="rId35"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27E3961-5613-64C6-63C3-6085D0CDAE5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506D1F08-FF42-95F6-3130-AE63E560487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CD26A2A-0A96-0647-84E5-C82F2EFD9474}" type="datetimeFigureOut">
              <a:rPr lang="en-US" smtClean="0"/>
              <a:t>1/14/2025</a:t>
            </a:fld>
            <a:endParaRPr lang="en-US" dirty="0"/>
          </a:p>
        </p:txBody>
      </p:sp>
      <p:sp>
        <p:nvSpPr>
          <p:cNvPr id="4" name="Footer Placeholder 3">
            <a:extLst>
              <a:ext uri="{FF2B5EF4-FFF2-40B4-BE49-F238E27FC236}">
                <a16:creationId xmlns:a16="http://schemas.microsoft.com/office/drawing/2014/main" id="{4CD5B35B-A046-EC3C-A80E-3D9D12C149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202DDE3-703C-8B4C-9506-EC0A39AACDD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B8DC1D1-B6C2-C644-8BF1-C34DBFFE1C78}" type="slidenum">
              <a:rPr lang="en-US" smtClean="0"/>
              <a:t>‹#›</a:t>
            </a:fld>
            <a:endParaRPr lang="en-US" dirty="0"/>
          </a:p>
        </p:txBody>
      </p:sp>
    </p:spTree>
    <p:extLst>
      <p:ext uri="{BB962C8B-B14F-4D97-AF65-F5344CB8AC3E}">
        <p14:creationId xmlns:p14="http://schemas.microsoft.com/office/powerpoint/2010/main" val="9334793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a:extLst>
              <a:ext uri="{FF2B5EF4-FFF2-40B4-BE49-F238E27FC236}">
                <a16:creationId xmlns:a16="http://schemas.microsoft.com/office/drawing/2014/main" id="{A894A48D-3417-BE20-3062-A366096904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9" name="Slide Image Placeholder 8">
            <a:extLst>
              <a:ext uri="{FF2B5EF4-FFF2-40B4-BE49-F238E27FC236}">
                <a16:creationId xmlns:a16="http://schemas.microsoft.com/office/drawing/2014/main" id="{AC9ED954-709D-51DC-3EA0-0E06FE1D72A5}"/>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a:extLst>
              <a:ext uri="{FF2B5EF4-FFF2-40B4-BE49-F238E27FC236}">
                <a16:creationId xmlns:a16="http://schemas.microsoft.com/office/drawing/2014/main" id="{1F57F2FB-2942-7663-E6DB-E3A976549D53}"/>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11" name="Date Placeholder 10">
            <a:extLst>
              <a:ext uri="{FF2B5EF4-FFF2-40B4-BE49-F238E27FC236}">
                <a16:creationId xmlns:a16="http://schemas.microsoft.com/office/drawing/2014/main" id="{ED31FE42-8AA6-DC9C-5EE7-8737143C1DDB}"/>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58D246-FB21-4ACB-9068-6447CC7872F8}" type="datetimeFigureOut">
              <a:rPr lang="en-US" smtClean="0"/>
              <a:t>1/14/2025</a:t>
            </a:fld>
            <a:endParaRPr lang="en-US"/>
          </a:p>
        </p:txBody>
      </p:sp>
      <p:sp>
        <p:nvSpPr>
          <p:cNvPr id="12" name="Notes Placeholder 11">
            <a:extLst>
              <a:ext uri="{FF2B5EF4-FFF2-40B4-BE49-F238E27FC236}">
                <a16:creationId xmlns:a16="http://schemas.microsoft.com/office/drawing/2014/main" id="{5F659C92-43C4-05C5-9170-5CF256AF9975}"/>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a:extLst>
              <a:ext uri="{FF2B5EF4-FFF2-40B4-BE49-F238E27FC236}">
                <a16:creationId xmlns:a16="http://schemas.microsoft.com/office/drawing/2014/main" id="{74923A81-0599-8ECF-BDF0-A4898D46829C}"/>
              </a:ext>
            </a:extLst>
          </p:cNvPr>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BF3159-94EB-4F6B-8273-09F1A6B019E6}" type="slidenum">
              <a:rPr lang="en-US" smtClean="0"/>
              <a:t>‹#›</a:t>
            </a:fld>
            <a:endParaRPr lang="en-US"/>
          </a:p>
        </p:txBody>
      </p:sp>
    </p:spTree>
    <p:extLst>
      <p:ext uri="{BB962C8B-B14F-4D97-AF65-F5344CB8AC3E}">
        <p14:creationId xmlns:p14="http://schemas.microsoft.com/office/powerpoint/2010/main" val="4226651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4</a:t>
            </a:fld>
            <a:endParaRPr lang="en-US" altLang="zh-CN" noProof="0" dirty="0"/>
          </a:p>
        </p:txBody>
      </p:sp>
    </p:spTree>
    <p:extLst>
      <p:ext uri="{BB962C8B-B14F-4D97-AF65-F5344CB8AC3E}">
        <p14:creationId xmlns:p14="http://schemas.microsoft.com/office/powerpoint/2010/main" val="9143740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1B2203-9C49-8C11-F2C6-08DA998339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915D29-E637-64D8-5939-0FF64D9493A7}"/>
              </a:ext>
            </a:extLst>
          </p:cNvPr>
          <p:cNvSpPr>
            <a:spLocks noGrp="1" noRot="1" noChangeAspect="1"/>
          </p:cNvSpPr>
          <p:nvPr>
            <p:ph type="sldImg"/>
          </p:nvPr>
        </p:nvSpPr>
        <p:spPr>
          <a:xfrm>
            <a:off x="685800" y="1143000"/>
            <a:ext cx="5486400" cy="3086100"/>
          </a:xfrm>
          <a:prstGeom prst="rect">
            <a:avLst/>
          </a:prstGeom>
        </p:spPr>
      </p:sp>
      <p:sp>
        <p:nvSpPr>
          <p:cNvPr id="3" name="Notes Placeholder 2">
            <a:extLst>
              <a:ext uri="{FF2B5EF4-FFF2-40B4-BE49-F238E27FC236}">
                <a16:creationId xmlns:a16="http://schemas.microsoft.com/office/drawing/2014/main" id="{B82E9E00-FAAA-2903-0AC1-38F175CA9E6C}"/>
              </a:ext>
            </a:extLst>
          </p:cNvPr>
          <p:cNvSpPr>
            <a:spLocks noGrp="1"/>
          </p:cNvSpPr>
          <p:nvPr>
            <p:ph type="body" idx="1"/>
          </p:nvPr>
        </p:nvSpPr>
        <p:spPr>
          <a:xfrm>
            <a:off x="685800" y="4400550"/>
            <a:ext cx="5486400" cy="360045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A711EC5E-7B3D-1230-7577-D6701369754F}"/>
              </a:ext>
            </a:extLst>
          </p:cNvPr>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5</a:t>
            </a:fld>
            <a:endParaRPr lang="en-US" altLang="zh-CN" noProof="0" dirty="0"/>
          </a:p>
        </p:txBody>
      </p:sp>
    </p:spTree>
    <p:extLst>
      <p:ext uri="{BB962C8B-B14F-4D97-AF65-F5344CB8AC3E}">
        <p14:creationId xmlns:p14="http://schemas.microsoft.com/office/powerpoint/2010/main" val="24483760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9</a:t>
            </a:fld>
            <a:endParaRPr lang="en-US" altLang="zh-CN" noProof="0" dirty="0"/>
          </a:p>
        </p:txBody>
      </p:sp>
    </p:spTree>
    <p:extLst>
      <p:ext uri="{BB962C8B-B14F-4D97-AF65-F5344CB8AC3E}">
        <p14:creationId xmlns:p14="http://schemas.microsoft.com/office/powerpoint/2010/main" val="7993361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2AEE3-E09C-2191-F10A-105100F577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66C2F5-5F5D-1D74-7033-E45DD859BA79}"/>
              </a:ext>
            </a:extLst>
          </p:cNvPr>
          <p:cNvSpPr>
            <a:spLocks noGrp="1" noRot="1" noChangeAspect="1"/>
          </p:cNvSpPr>
          <p:nvPr>
            <p:ph type="sldImg"/>
          </p:nvPr>
        </p:nvSpPr>
        <p:spPr>
          <a:xfrm>
            <a:off x="685800" y="1143000"/>
            <a:ext cx="5486400" cy="3086100"/>
          </a:xfrm>
          <a:prstGeom prst="rect">
            <a:avLst/>
          </a:prstGeom>
        </p:spPr>
      </p:sp>
      <p:sp>
        <p:nvSpPr>
          <p:cNvPr id="3" name="Notes Placeholder 2">
            <a:extLst>
              <a:ext uri="{FF2B5EF4-FFF2-40B4-BE49-F238E27FC236}">
                <a16:creationId xmlns:a16="http://schemas.microsoft.com/office/drawing/2014/main" id="{A5A8C7B9-9D98-3E5A-4D1A-26B9DDEEE479}"/>
              </a:ext>
            </a:extLst>
          </p:cNvPr>
          <p:cNvSpPr>
            <a:spLocks noGrp="1"/>
          </p:cNvSpPr>
          <p:nvPr>
            <p:ph type="body" idx="1"/>
          </p:nvPr>
        </p:nvSpPr>
        <p:spPr>
          <a:xfrm>
            <a:off x="685800" y="4400550"/>
            <a:ext cx="5486400" cy="360045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4EE49CE4-8B42-EB2C-912A-C17EE547D528}"/>
              </a:ext>
            </a:extLst>
          </p:cNvPr>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14</a:t>
            </a:fld>
            <a:endParaRPr lang="en-US" altLang="zh-CN" noProof="0" dirty="0"/>
          </a:p>
        </p:txBody>
      </p:sp>
    </p:spTree>
    <p:extLst>
      <p:ext uri="{BB962C8B-B14F-4D97-AF65-F5344CB8AC3E}">
        <p14:creationId xmlns:p14="http://schemas.microsoft.com/office/powerpoint/2010/main" val="19342514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E2168-C3B4-2311-529D-B564A22BF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4C043E-9D6C-0F1A-AAF2-9274D9F8A8B4}"/>
              </a:ext>
            </a:extLst>
          </p:cNvPr>
          <p:cNvSpPr>
            <a:spLocks noGrp="1" noRot="1" noChangeAspect="1"/>
          </p:cNvSpPr>
          <p:nvPr>
            <p:ph type="sldImg"/>
          </p:nvPr>
        </p:nvSpPr>
        <p:spPr>
          <a:xfrm>
            <a:off x="685800" y="1143000"/>
            <a:ext cx="5486400" cy="3086100"/>
          </a:xfrm>
          <a:prstGeom prst="rect">
            <a:avLst/>
          </a:prstGeom>
        </p:spPr>
      </p:sp>
      <p:sp>
        <p:nvSpPr>
          <p:cNvPr id="3" name="Notes Placeholder 2">
            <a:extLst>
              <a:ext uri="{FF2B5EF4-FFF2-40B4-BE49-F238E27FC236}">
                <a16:creationId xmlns:a16="http://schemas.microsoft.com/office/drawing/2014/main" id="{40242F84-2C74-C70E-78AB-444D1ECB12C4}"/>
              </a:ext>
            </a:extLst>
          </p:cNvPr>
          <p:cNvSpPr>
            <a:spLocks noGrp="1"/>
          </p:cNvSpPr>
          <p:nvPr>
            <p:ph type="body" idx="1"/>
          </p:nvPr>
        </p:nvSpPr>
        <p:spPr>
          <a:xfrm>
            <a:off x="685800" y="4400550"/>
            <a:ext cx="5486400" cy="360045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58B323FF-9784-AA4C-B9F2-7CE108C244A9}"/>
              </a:ext>
            </a:extLst>
          </p:cNvPr>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19</a:t>
            </a:fld>
            <a:endParaRPr lang="en-US" altLang="zh-CN" noProof="0" dirty="0"/>
          </a:p>
        </p:txBody>
      </p:sp>
    </p:spTree>
    <p:extLst>
      <p:ext uri="{BB962C8B-B14F-4D97-AF65-F5344CB8AC3E}">
        <p14:creationId xmlns:p14="http://schemas.microsoft.com/office/powerpoint/2010/main" val="30461389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a:p>
        </p:txBody>
      </p:sp>
      <p:sp>
        <p:nvSpPr>
          <p:cNvPr id="4" name="Slide Number Placeholder 3"/>
          <p:cNvSpPr>
            <a:spLocks noGrp="1"/>
          </p:cNvSpPr>
          <p:nvPr>
            <p:ph type="sldNum" sz="quarter" idx="5"/>
          </p:nvPr>
        </p:nvSpPr>
        <p:spPr>
          <a:xfrm>
            <a:off x="3884613" y="8685213"/>
            <a:ext cx="2971800" cy="458787"/>
          </a:xfrm>
          <a:prstGeom prst="rect">
            <a:avLst/>
          </a:prstGeom>
        </p:spPr>
        <p:txBody>
          <a:bodyPr/>
          <a:lstStyle/>
          <a:p>
            <a:fld id="{017105BD-6D6F-49DB-9DE4-D4A6452D7E5F}" type="slidenum">
              <a:rPr lang="en-US" altLang="zh-CN" noProof="0" smtClean="0"/>
              <a:t>24</a:t>
            </a:fld>
            <a:endParaRPr lang="en-US" altLang="zh-CN" noProof="0" dirty="0"/>
          </a:p>
        </p:txBody>
      </p:sp>
    </p:spTree>
    <p:extLst>
      <p:ext uri="{BB962C8B-B14F-4D97-AF65-F5344CB8AC3E}">
        <p14:creationId xmlns:p14="http://schemas.microsoft.com/office/powerpoint/2010/main" val="30776703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with Image">
    <p:bg>
      <p:bgPr>
        <a:solidFill>
          <a:schemeClr val="accent3">
            <a:alpha val="20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501B-DEA6-190E-3633-E32F635B7CE1}"/>
              </a:ext>
            </a:extLst>
          </p:cNvPr>
          <p:cNvSpPr>
            <a:spLocks noGrp="1"/>
          </p:cNvSpPr>
          <p:nvPr>
            <p:ph type="title"/>
          </p:nvPr>
        </p:nvSpPr>
        <p:spPr>
          <a:xfrm>
            <a:off x="1484764" y="1986926"/>
            <a:ext cx="5257793" cy="2057441"/>
          </a:xfrm>
        </p:spPr>
        <p:txBody>
          <a:bodyPr>
            <a:noAutofit/>
          </a:bodyPr>
          <a:lstStyle/>
          <a:p>
            <a:r>
              <a:rPr lang="en-US" noProof="0"/>
              <a:t>Click to edit Master title style</a:t>
            </a:r>
            <a:endParaRPr lang="en-US" noProof="0" dirty="0"/>
          </a:p>
        </p:txBody>
      </p:sp>
      <p:cxnSp>
        <p:nvCxnSpPr>
          <p:cNvPr id="24" name="Straight Connector 2">
            <a:extLst>
              <a:ext uri="{FF2B5EF4-FFF2-40B4-BE49-F238E27FC236}">
                <a16:creationId xmlns:a16="http://schemas.microsoft.com/office/drawing/2014/main" id="{F1FCCFDB-D985-4322-AC87-F69214893708}"/>
              </a:ext>
            </a:extLst>
          </p:cNvPr>
          <p:cNvCxnSpPr/>
          <p:nvPr userDrawn="1"/>
        </p:nvCxnSpPr>
        <p:spPr>
          <a:xfrm>
            <a:off x="1509005" y="4172084"/>
            <a:ext cx="0" cy="760288"/>
          </a:xfrm>
          <a:prstGeom prst="line">
            <a:avLst/>
          </a:prstGeom>
          <a:noFill/>
          <a:ln w="19050" cap="flat" cmpd="sng" algn="ctr">
            <a:solidFill>
              <a:srgbClr val="D84400"/>
            </a:solidFill>
            <a:prstDash val="solid"/>
            <a:miter lim="800000"/>
          </a:ln>
          <a:effectLst/>
        </p:spPr>
      </p:cxnSp>
      <p:sp>
        <p:nvSpPr>
          <p:cNvPr id="27" name="Content placeholder 47" descr="Click icon to add picture">
            <a:extLst>
              <a:ext uri="{FF2B5EF4-FFF2-40B4-BE49-F238E27FC236}">
                <a16:creationId xmlns:a16="http://schemas.microsoft.com/office/drawing/2014/main" id="{EA8265B5-83C5-4AE9-88AB-3F2443B57F00}"/>
              </a:ext>
            </a:extLst>
          </p:cNvPr>
          <p:cNvSpPr>
            <a:spLocks noGrp="1"/>
          </p:cNvSpPr>
          <p:nvPr>
            <p:ph type="body" sz="quarter" idx="28" hasCustomPrompt="1"/>
          </p:nvPr>
        </p:nvSpPr>
        <p:spPr>
          <a:xfrm>
            <a:off x="1601366" y="4172084"/>
            <a:ext cx="1570612" cy="760288"/>
          </a:xfrm>
          <a:prstGeom prst="rect">
            <a:avLst/>
          </a:prstGeom>
        </p:spPr>
        <p:txBody>
          <a:bodyPr>
            <a:noAutofit/>
          </a:bodyPr>
          <a:lstStyle>
            <a:lvl1pPr marL="0" indent="0">
              <a:lnSpc>
                <a:spcPct val="100000"/>
              </a:lnSpc>
              <a:buNone/>
              <a:defRPr sz="1800" b="0">
                <a:solidFill>
                  <a:schemeClr val="accent6"/>
                </a:solidFill>
              </a:defRPr>
            </a:lvl1pPr>
            <a:lvl2pPr>
              <a:defRPr sz="1000"/>
            </a:lvl2pPr>
            <a:lvl3pPr>
              <a:defRPr sz="900"/>
            </a:lvl3pPr>
            <a:lvl4pPr>
              <a:defRPr sz="800"/>
            </a:lvl4pPr>
            <a:lvl5pPr>
              <a:defRPr sz="800"/>
            </a:lvl5pPr>
          </a:lstStyle>
          <a:p>
            <a:pPr lvl="0"/>
            <a:r>
              <a:rPr lang="en-US" altLang="zh-CN" noProof="0"/>
              <a:t>Click to edit Master title style </a:t>
            </a:r>
          </a:p>
        </p:txBody>
      </p:sp>
      <p:sp>
        <p:nvSpPr>
          <p:cNvPr id="47" name="Content placeholder 47">
            <a:extLst>
              <a:ext uri="{FF2B5EF4-FFF2-40B4-BE49-F238E27FC236}">
                <a16:creationId xmlns:a16="http://schemas.microsoft.com/office/drawing/2014/main" id="{0FFAAB58-ABE4-41AC-B94E-432936CE0301}"/>
              </a:ext>
            </a:extLst>
          </p:cNvPr>
          <p:cNvSpPr>
            <a:spLocks noGrp="1"/>
          </p:cNvSpPr>
          <p:nvPr>
            <p:ph type="pic" sz="quarter" idx="47" hasCustomPrompt="1"/>
          </p:nvPr>
        </p:nvSpPr>
        <p:spPr>
          <a:xfrm>
            <a:off x="6742557" y="821836"/>
            <a:ext cx="4405503" cy="5066346"/>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a:solidFill>
                  <a:schemeClr val="accent6"/>
                </a:solidFill>
              </a:defRPr>
            </a:lvl1pPr>
          </a:lstStyle>
          <a:p>
            <a:r>
              <a:rPr lang="en-US" altLang="zh-CN" noProof="0" dirty="0"/>
              <a:t>Click icon to add picture≈≈</a:t>
            </a:r>
          </a:p>
        </p:txBody>
      </p:sp>
      <p:sp>
        <p:nvSpPr>
          <p:cNvPr id="9" name="Freeform: Shape 11">
            <a:extLst>
              <a:ext uri="{FF2B5EF4-FFF2-40B4-BE49-F238E27FC236}">
                <a16:creationId xmlns:a16="http://schemas.microsoft.com/office/drawing/2014/main" id="{9ECA281C-F2CB-AE9D-DCD6-F94D3FEE2E67}"/>
              </a:ext>
            </a:extLst>
          </p:cNvPr>
          <p:cNvSpPr/>
          <p:nvPr userDrawn="1"/>
        </p:nvSpPr>
        <p:spPr>
          <a:xfrm>
            <a:off x="7441324" y="5568778"/>
            <a:ext cx="829927" cy="949454"/>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3"/>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Tree>
    <p:extLst>
      <p:ext uri="{BB962C8B-B14F-4D97-AF65-F5344CB8AC3E}">
        <p14:creationId xmlns:p14="http://schemas.microsoft.com/office/powerpoint/2010/main" val="3496649517"/>
      </p:ext>
    </p:extLst>
  </p:cSld>
  <p:clrMapOvr>
    <a:masterClrMapping/>
  </p:clrMapOvr>
  <p:extLst>
    <p:ext uri="{DCECCB84-F9BA-43D5-87BE-67443E8EF086}">
      <p15:sldGuideLst xmlns:p15="http://schemas.microsoft.com/office/powerpoint/2012/main">
        <p15:guide id="1" pos="528">
          <p15:clr>
            <a:srgbClr val="FBAE40"/>
          </p15:clr>
        </p15:guide>
        <p15:guide id="2" orient="horz" pos="52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5518B595-5A04-0768-52B1-73F11E4754EA}"/>
              </a:ext>
            </a:extLst>
          </p:cNvPr>
          <p:cNvSpPr>
            <a:spLocks noGrp="1"/>
          </p:cNvSpPr>
          <p:nvPr>
            <p:ph type="title"/>
          </p:nvPr>
        </p:nvSpPr>
        <p:spPr>
          <a:xfrm>
            <a:off x="512572" y="3435545"/>
            <a:ext cx="4253399" cy="1740114"/>
          </a:xfrm>
        </p:spPr>
        <p:txBody>
          <a:bodyPr>
            <a:noAutofit/>
          </a:bodyPr>
          <a:lstStyle>
            <a:lvl1pPr>
              <a:defRPr>
                <a:solidFill>
                  <a:schemeClr val="accent6"/>
                </a:solidFill>
              </a:defRPr>
            </a:lvl1pPr>
          </a:lstStyle>
          <a:p>
            <a:r>
              <a:rPr lang="en-US"/>
              <a:t>Click to edit Master title style</a:t>
            </a:r>
            <a:endParaRPr lang="en-US" dirty="0"/>
          </a:p>
        </p:txBody>
      </p:sp>
      <p:sp>
        <p:nvSpPr>
          <p:cNvPr id="7" name="Freeform: Shape 4">
            <a:extLst>
              <a:ext uri="{FF2B5EF4-FFF2-40B4-BE49-F238E27FC236}">
                <a16:creationId xmlns:a16="http://schemas.microsoft.com/office/drawing/2014/main" id="{AE722AFD-22D7-4BD8-B055-3867C3800E16}"/>
              </a:ext>
            </a:extLst>
          </p:cNvPr>
          <p:cNvSpPr/>
          <p:nvPr userDrawn="1"/>
        </p:nvSpPr>
        <p:spPr>
          <a:xfrm>
            <a:off x="6282845" y="525294"/>
            <a:ext cx="1913128" cy="214008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4">
              <a:lumMod val="60000"/>
              <a:lumOff val="4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dirty="0"/>
          </a:p>
        </p:txBody>
      </p:sp>
      <p:sp>
        <p:nvSpPr>
          <p:cNvPr id="13" name="Freeform: Shape 12">
            <a:extLst>
              <a:ext uri="{FF2B5EF4-FFF2-40B4-BE49-F238E27FC236}">
                <a16:creationId xmlns:a16="http://schemas.microsoft.com/office/drawing/2014/main" id="{5D0355E4-3980-42A9-9376-74163520D39D}"/>
              </a:ext>
            </a:extLst>
          </p:cNvPr>
          <p:cNvSpPr/>
          <p:nvPr userDrawn="1"/>
        </p:nvSpPr>
        <p:spPr>
          <a:xfrm>
            <a:off x="8375472" y="496110"/>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dirty="0"/>
          </a:p>
        </p:txBody>
      </p:sp>
      <p:sp>
        <p:nvSpPr>
          <p:cNvPr id="14" name="Freeform: Shape 13">
            <a:extLst>
              <a:ext uri="{FF2B5EF4-FFF2-40B4-BE49-F238E27FC236}">
                <a16:creationId xmlns:a16="http://schemas.microsoft.com/office/drawing/2014/main" id="{70174533-8C0E-4E82-A582-891A0555FA1F}"/>
              </a:ext>
            </a:extLst>
          </p:cNvPr>
          <p:cNvSpPr/>
          <p:nvPr userDrawn="1"/>
        </p:nvSpPr>
        <p:spPr>
          <a:xfrm>
            <a:off x="7328126" y="2310315"/>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dirty="0"/>
          </a:p>
        </p:txBody>
      </p:sp>
      <p:sp>
        <p:nvSpPr>
          <p:cNvPr id="15" name="Freeform: Shape 14">
            <a:extLst>
              <a:ext uri="{FF2B5EF4-FFF2-40B4-BE49-F238E27FC236}">
                <a16:creationId xmlns:a16="http://schemas.microsoft.com/office/drawing/2014/main" id="{071E3938-A754-4D49-B509-249EE9BD83AB}"/>
              </a:ext>
            </a:extLst>
          </p:cNvPr>
          <p:cNvSpPr/>
          <p:nvPr userDrawn="1"/>
        </p:nvSpPr>
        <p:spPr>
          <a:xfrm>
            <a:off x="8375472" y="4095335"/>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6" name="Freeform: Shape 15">
            <a:extLst>
              <a:ext uri="{FF2B5EF4-FFF2-40B4-BE49-F238E27FC236}">
                <a16:creationId xmlns:a16="http://schemas.microsoft.com/office/drawing/2014/main" id="{B9D430ED-A815-4274-966C-8192C4230569}"/>
              </a:ext>
            </a:extLst>
          </p:cNvPr>
          <p:cNvSpPr/>
          <p:nvPr userDrawn="1"/>
        </p:nvSpPr>
        <p:spPr>
          <a:xfrm>
            <a:off x="9403474" y="2310314"/>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800" dirty="0"/>
          </a:p>
        </p:txBody>
      </p:sp>
      <p:sp>
        <p:nvSpPr>
          <p:cNvPr id="24" name="Content placeholder 47" descr="Click icon to add picture">
            <a:extLst>
              <a:ext uri="{FF2B5EF4-FFF2-40B4-BE49-F238E27FC236}">
                <a16:creationId xmlns:a16="http://schemas.microsoft.com/office/drawing/2014/main" id="{5414CF94-2913-4AE7-AAC3-3D61FE742888}"/>
              </a:ext>
            </a:extLst>
          </p:cNvPr>
          <p:cNvSpPr>
            <a:spLocks noGrp="1"/>
          </p:cNvSpPr>
          <p:nvPr>
            <p:ph type="body" sz="quarter" idx="28" hasCustomPrompt="1"/>
          </p:nvPr>
        </p:nvSpPr>
        <p:spPr>
          <a:xfrm>
            <a:off x="6274027" y="1076241"/>
            <a:ext cx="1913128" cy="1054727"/>
          </a:xfrm>
          <a:prstGeom prst="rect">
            <a:avLst/>
          </a:prstGeom>
        </p:spPr>
        <p:txBody>
          <a:bodyPr anchor="ctr">
            <a:noAutofit/>
          </a:bodyPr>
          <a:lstStyle>
            <a:lvl1pPr marL="0" indent="0" algn="ctr">
              <a:lnSpc>
                <a:spcPct val="100000"/>
              </a:lnSpc>
              <a:buNone/>
              <a:defRPr sz="1800" b="0" i="0">
                <a:solidFill>
                  <a:schemeClr val="accent6"/>
                </a:solidFill>
                <a:latin typeface="Abadi" panose="020B0604020104020204" pitchFamily="34" charset="0"/>
              </a:defRPr>
            </a:lvl1pPr>
            <a:lvl2pPr>
              <a:defRPr sz="1000"/>
            </a:lvl2pPr>
            <a:lvl3pPr>
              <a:defRPr sz="900"/>
            </a:lvl3pPr>
            <a:lvl4pPr>
              <a:defRPr sz="800"/>
            </a:lvl4pPr>
            <a:lvl5pPr>
              <a:defRPr sz="800"/>
            </a:lvl5pPr>
          </a:lstStyle>
          <a:p>
            <a:pPr lvl="0"/>
            <a:r>
              <a:rPr lang="en-US" altLang="zh-CN" dirty="0"/>
              <a:t>Click to edit</a:t>
            </a:r>
            <a:r>
              <a:rPr lang="zh-CN" altLang="en-US" dirty="0"/>
              <a:t> </a:t>
            </a:r>
            <a:r>
              <a:rPr lang="en-US" altLang="zh-CN" dirty="0"/>
              <a:t>Master title style </a:t>
            </a:r>
          </a:p>
        </p:txBody>
      </p:sp>
      <p:sp>
        <p:nvSpPr>
          <p:cNvPr id="26" name="Content placeholder 47" descr="Click icon to add picture">
            <a:extLst>
              <a:ext uri="{FF2B5EF4-FFF2-40B4-BE49-F238E27FC236}">
                <a16:creationId xmlns:a16="http://schemas.microsoft.com/office/drawing/2014/main" id="{3CE3485A-395E-4C5F-A00F-D230FF7CFB93}"/>
              </a:ext>
            </a:extLst>
          </p:cNvPr>
          <p:cNvSpPr>
            <a:spLocks noGrp="1"/>
          </p:cNvSpPr>
          <p:nvPr>
            <p:ph type="body" sz="quarter" idx="29" hasCustomPrompt="1"/>
          </p:nvPr>
        </p:nvSpPr>
        <p:spPr>
          <a:xfrm>
            <a:off x="8375472" y="1076241"/>
            <a:ext cx="1904890" cy="1054728"/>
          </a:xfrm>
          <a:prstGeom prst="rect">
            <a:avLst/>
          </a:prstGeom>
        </p:spPr>
        <p:txBody>
          <a:bodyPr anchor="ctr">
            <a:noAutofit/>
          </a:bodyPr>
          <a:lstStyle>
            <a:lvl1pPr marL="0" indent="0" algn="ctr">
              <a:lnSpc>
                <a:spcPct val="113000"/>
              </a:lnSpc>
              <a:buNone/>
              <a:defRPr sz="1800" b="0" i="0">
                <a:solidFill>
                  <a:schemeClr val="accent6"/>
                </a:solidFill>
                <a:latin typeface="Abadi" panose="020B0604020104020204" pitchFamily="34" charset="0"/>
              </a:defRPr>
            </a:lvl1pPr>
            <a:lvl2pPr>
              <a:defRPr sz="1000"/>
            </a:lvl2pPr>
            <a:lvl3pPr>
              <a:defRPr sz="900"/>
            </a:lvl3pPr>
            <a:lvl4pPr>
              <a:defRPr sz="800"/>
            </a:lvl4pPr>
            <a:lvl5pPr>
              <a:defRPr sz="800"/>
            </a:lvl5pPr>
          </a:lstStyle>
          <a:p>
            <a:pPr lvl="0"/>
            <a:r>
              <a:rPr lang="en-US" altLang="zh-CN" dirty="0"/>
              <a:t>Click to edit </a:t>
            </a:r>
            <a:r>
              <a:rPr lang="zh-CN" altLang="en-US" dirty="0"/>
              <a:t> </a:t>
            </a:r>
            <a:r>
              <a:rPr lang="en-US" altLang="zh-CN" dirty="0"/>
              <a:t>Master title style </a:t>
            </a:r>
          </a:p>
        </p:txBody>
      </p:sp>
      <p:sp>
        <p:nvSpPr>
          <p:cNvPr id="33" name="Content placeholder 47" descr="Click icon to add picture">
            <a:extLst>
              <a:ext uri="{FF2B5EF4-FFF2-40B4-BE49-F238E27FC236}">
                <a16:creationId xmlns:a16="http://schemas.microsoft.com/office/drawing/2014/main" id="{6A8DFBFF-5B07-49C6-ADB8-341FCD1E7531}"/>
              </a:ext>
            </a:extLst>
          </p:cNvPr>
          <p:cNvSpPr>
            <a:spLocks noGrp="1"/>
          </p:cNvSpPr>
          <p:nvPr>
            <p:ph type="body" sz="quarter" idx="30" hasCustomPrompt="1"/>
          </p:nvPr>
        </p:nvSpPr>
        <p:spPr>
          <a:xfrm>
            <a:off x="7321949" y="2844725"/>
            <a:ext cx="1914694" cy="1089194"/>
          </a:xfrm>
          <a:prstGeom prst="rect">
            <a:avLst/>
          </a:prstGeom>
        </p:spPr>
        <p:txBody>
          <a:bodyPr anchor="ctr">
            <a:noAutofit/>
          </a:bodyPr>
          <a:lstStyle>
            <a:lvl1pPr marL="0" indent="0" algn="ctr">
              <a:lnSpc>
                <a:spcPct val="113000"/>
              </a:lnSpc>
              <a:buNone/>
              <a:defRPr sz="1800" b="0" i="0">
                <a:solidFill>
                  <a:schemeClr val="accent6"/>
                </a:solidFill>
                <a:latin typeface="Abadi" panose="020B0604020104020204"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34" name="Content placeholder 47" descr="Click icon to add picture">
            <a:extLst>
              <a:ext uri="{FF2B5EF4-FFF2-40B4-BE49-F238E27FC236}">
                <a16:creationId xmlns:a16="http://schemas.microsoft.com/office/drawing/2014/main" id="{1AC7F192-CFC3-470A-9467-330212C6F52D}"/>
              </a:ext>
            </a:extLst>
          </p:cNvPr>
          <p:cNvSpPr>
            <a:spLocks noGrp="1"/>
          </p:cNvSpPr>
          <p:nvPr>
            <p:ph type="body" sz="quarter" idx="31" hasCustomPrompt="1"/>
          </p:nvPr>
        </p:nvSpPr>
        <p:spPr>
          <a:xfrm>
            <a:off x="9409651" y="2826795"/>
            <a:ext cx="1913128" cy="1107124"/>
          </a:xfrm>
          <a:prstGeom prst="rect">
            <a:avLst/>
          </a:prstGeom>
        </p:spPr>
        <p:txBody>
          <a:bodyPr anchor="ctr">
            <a:noAutofit/>
          </a:bodyPr>
          <a:lstStyle>
            <a:lvl1pPr marL="0" indent="0" algn="ctr">
              <a:lnSpc>
                <a:spcPct val="113000"/>
              </a:lnSpc>
              <a:buNone/>
              <a:defRPr sz="1800" b="0" i="0">
                <a:solidFill>
                  <a:schemeClr val="accent6"/>
                </a:solidFill>
                <a:latin typeface="Abadi" panose="020B0604020104020204"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35" name="Content placeholder 47" descr="Click icon to add picture">
            <a:extLst>
              <a:ext uri="{FF2B5EF4-FFF2-40B4-BE49-F238E27FC236}">
                <a16:creationId xmlns:a16="http://schemas.microsoft.com/office/drawing/2014/main" id="{A5D53FF3-B0CD-4D31-9128-2D2E0E89F09C}"/>
              </a:ext>
            </a:extLst>
          </p:cNvPr>
          <p:cNvSpPr>
            <a:spLocks noGrp="1"/>
          </p:cNvSpPr>
          <p:nvPr>
            <p:ph type="body" sz="quarter" idx="32" hasCustomPrompt="1"/>
          </p:nvPr>
        </p:nvSpPr>
        <p:spPr>
          <a:xfrm>
            <a:off x="8367234" y="4631270"/>
            <a:ext cx="1913128" cy="1075689"/>
          </a:xfrm>
          <a:prstGeom prst="rect">
            <a:avLst/>
          </a:prstGeom>
        </p:spPr>
        <p:txBody>
          <a:bodyPr anchor="ctr">
            <a:noAutofit/>
          </a:bodyPr>
          <a:lstStyle>
            <a:lvl1pPr marL="0" indent="0" algn="ctr">
              <a:lnSpc>
                <a:spcPct val="113000"/>
              </a:lnSpc>
              <a:buNone/>
              <a:defRPr sz="1800" b="0" i="0">
                <a:solidFill>
                  <a:schemeClr val="accent6"/>
                </a:solidFill>
                <a:latin typeface="Abadi" panose="020B0604020104020204"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6" name="Freeform: Shape 6">
            <a:extLst>
              <a:ext uri="{FF2B5EF4-FFF2-40B4-BE49-F238E27FC236}">
                <a16:creationId xmlns:a16="http://schemas.microsoft.com/office/drawing/2014/main" id="{4D27EAE5-5D14-4E2B-9A4E-E1CE7C26F40F}"/>
              </a:ext>
            </a:extLst>
          </p:cNvPr>
          <p:cNvSpPr/>
          <p:nvPr userDrawn="1"/>
        </p:nvSpPr>
        <p:spPr>
          <a:xfrm>
            <a:off x="630971" y="606175"/>
            <a:ext cx="1913128" cy="2140085"/>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9" name="Freeform 28">
            <a:extLst>
              <a:ext uri="{FF2B5EF4-FFF2-40B4-BE49-F238E27FC236}">
                <a16:creationId xmlns:a16="http://schemas.microsoft.com/office/drawing/2014/main" id="{0B88ADED-0863-78D3-7710-E131932E965F}"/>
              </a:ext>
            </a:extLst>
          </p:cNvPr>
          <p:cNvSpPr/>
          <p:nvPr userDrawn="1"/>
        </p:nvSpPr>
        <p:spPr>
          <a:xfrm>
            <a:off x="10460480" y="505838"/>
            <a:ext cx="1731521" cy="2159541"/>
          </a:xfrm>
          <a:custGeom>
            <a:avLst/>
            <a:gdLst>
              <a:gd name="connsiteX0" fmla="*/ 953758 w 1731521"/>
              <a:gd name="connsiteY0" fmla="*/ 0 h 2159541"/>
              <a:gd name="connsiteX1" fmla="*/ 1731521 w 1731521"/>
              <a:gd name="connsiteY1" fmla="*/ 438909 h 2159541"/>
              <a:gd name="connsiteX2" fmla="*/ 1731521 w 1731521"/>
              <a:gd name="connsiteY2" fmla="*/ 1724628 h 2159541"/>
              <a:gd name="connsiteX3" fmla="*/ 956364 w 1731521"/>
              <a:gd name="connsiteY3" fmla="*/ 2159541 h 2159541"/>
              <a:gd name="connsiteX4" fmla="*/ 0 w 1731521"/>
              <a:gd name="connsiteY4" fmla="*/ 1623503 h 2159541"/>
              <a:gd name="connsiteX5" fmla="*/ 0 w 1731521"/>
              <a:gd name="connsiteY5" fmla="*/ 543733 h 215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1521" h="2159541">
                <a:moveTo>
                  <a:pt x="953758" y="0"/>
                </a:moveTo>
                <a:lnTo>
                  <a:pt x="1731521" y="438909"/>
                </a:lnTo>
                <a:lnTo>
                  <a:pt x="1731521" y="1724628"/>
                </a:lnTo>
                <a:lnTo>
                  <a:pt x="956364" y="2159541"/>
                </a:lnTo>
                <a:lnTo>
                  <a:pt x="0" y="1623503"/>
                </a:lnTo>
                <a:lnTo>
                  <a:pt x="0" y="543733"/>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27">
            <a:extLst>
              <a:ext uri="{FF2B5EF4-FFF2-40B4-BE49-F238E27FC236}">
                <a16:creationId xmlns:a16="http://schemas.microsoft.com/office/drawing/2014/main" id="{32435EB1-8BEE-9EEE-D9E4-E53D56B7E09C}"/>
              </a:ext>
            </a:extLst>
          </p:cNvPr>
          <p:cNvSpPr/>
          <p:nvPr userDrawn="1"/>
        </p:nvSpPr>
        <p:spPr>
          <a:xfrm>
            <a:off x="11498097" y="2436654"/>
            <a:ext cx="698022" cy="1868948"/>
          </a:xfrm>
          <a:custGeom>
            <a:avLst/>
            <a:gdLst>
              <a:gd name="connsiteX0" fmla="*/ 698022 w 698022"/>
              <a:gd name="connsiteY0" fmla="*/ 0 h 1868948"/>
              <a:gd name="connsiteX1" fmla="*/ 698022 w 698022"/>
              <a:gd name="connsiteY1" fmla="*/ 1868948 h 1868948"/>
              <a:gd name="connsiteX2" fmla="*/ 0 w 698022"/>
              <a:gd name="connsiteY2" fmla="*/ 1477709 h 1868948"/>
              <a:gd name="connsiteX3" fmla="*/ 0 w 698022"/>
              <a:gd name="connsiteY3" fmla="*/ 397939 h 1868948"/>
            </a:gdLst>
            <a:ahLst/>
            <a:cxnLst>
              <a:cxn ang="0">
                <a:pos x="connsiteX0" y="connsiteY0"/>
              </a:cxn>
              <a:cxn ang="0">
                <a:pos x="connsiteX1" y="connsiteY1"/>
              </a:cxn>
              <a:cxn ang="0">
                <a:pos x="connsiteX2" y="connsiteY2"/>
              </a:cxn>
              <a:cxn ang="0">
                <a:pos x="connsiteX3" y="connsiteY3"/>
              </a:cxn>
            </a:cxnLst>
            <a:rect l="l" t="t" r="r" b="b"/>
            <a:pathLst>
              <a:path w="698022" h="1868948">
                <a:moveTo>
                  <a:pt x="698022" y="0"/>
                </a:moveTo>
                <a:lnTo>
                  <a:pt x="698022" y="1868948"/>
                </a:lnTo>
                <a:lnTo>
                  <a:pt x="0" y="1477709"/>
                </a:lnTo>
                <a:lnTo>
                  <a:pt x="0" y="397939"/>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0" name="Freeform 29">
            <a:extLst>
              <a:ext uri="{FF2B5EF4-FFF2-40B4-BE49-F238E27FC236}">
                <a16:creationId xmlns:a16="http://schemas.microsoft.com/office/drawing/2014/main" id="{2692688E-3654-181E-6244-F2CED7612746}"/>
              </a:ext>
            </a:extLst>
          </p:cNvPr>
          <p:cNvSpPr/>
          <p:nvPr userDrawn="1"/>
        </p:nvSpPr>
        <p:spPr>
          <a:xfrm>
            <a:off x="10460480" y="4114794"/>
            <a:ext cx="1731521" cy="2159541"/>
          </a:xfrm>
          <a:custGeom>
            <a:avLst/>
            <a:gdLst>
              <a:gd name="connsiteX0" fmla="*/ 953758 w 1731521"/>
              <a:gd name="connsiteY0" fmla="*/ 0 h 2159541"/>
              <a:gd name="connsiteX1" fmla="*/ 1731521 w 1731521"/>
              <a:gd name="connsiteY1" fmla="*/ 438909 h 2159541"/>
              <a:gd name="connsiteX2" fmla="*/ 1731521 w 1731521"/>
              <a:gd name="connsiteY2" fmla="*/ 1724629 h 2159541"/>
              <a:gd name="connsiteX3" fmla="*/ 956364 w 1731521"/>
              <a:gd name="connsiteY3" fmla="*/ 2159541 h 2159541"/>
              <a:gd name="connsiteX4" fmla="*/ 0 w 1731521"/>
              <a:gd name="connsiteY4" fmla="*/ 1623503 h 2159541"/>
              <a:gd name="connsiteX5" fmla="*/ 0 w 1731521"/>
              <a:gd name="connsiteY5" fmla="*/ 543733 h 215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1521" h="2159541">
                <a:moveTo>
                  <a:pt x="953758" y="0"/>
                </a:moveTo>
                <a:lnTo>
                  <a:pt x="1731521" y="438909"/>
                </a:lnTo>
                <a:lnTo>
                  <a:pt x="1731521" y="1724629"/>
                </a:lnTo>
                <a:lnTo>
                  <a:pt x="956364" y="2159541"/>
                </a:lnTo>
                <a:lnTo>
                  <a:pt x="0" y="1623503"/>
                </a:lnTo>
                <a:lnTo>
                  <a:pt x="0" y="543733"/>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Freeform: Shape 10">
            <a:extLst>
              <a:ext uri="{FF2B5EF4-FFF2-40B4-BE49-F238E27FC236}">
                <a16:creationId xmlns:a16="http://schemas.microsoft.com/office/drawing/2014/main" id="{01796F5D-2CC8-44C2-B5B5-E61BEFFF5A72}"/>
              </a:ext>
            </a:extLst>
          </p:cNvPr>
          <p:cNvSpPr/>
          <p:nvPr userDrawn="1"/>
        </p:nvSpPr>
        <p:spPr>
          <a:xfrm>
            <a:off x="5252937" y="2290859"/>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2" name="Freeform: Shape 11">
            <a:extLst>
              <a:ext uri="{FF2B5EF4-FFF2-40B4-BE49-F238E27FC236}">
                <a16:creationId xmlns:a16="http://schemas.microsoft.com/office/drawing/2014/main" id="{73093633-6A91-42B5-961C-4B3A5DDF2146}"/>
              </a:ext>
            </a:extLst>
          </p:cNvPr>
          <p:cNvSpPr/>
          <p:nvPr userDrawn="1"/>
        </p:nvSpPr>
        <p:spPr>
          <a:xfrm>
            <a:off x="6310033" y="4056424"/>
            <a:ext cx="1913128" cy="215954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Footer Placeholder 1">
            <a:extLst>
              <a:ext uri="{FF2B5EF4-FFF2-40B4-BE49-F238E27FC236}">
                <a16:creationId xmlns:a16="http://schemas.microsoft.com/office/drawing/2014/main" id="{D6B1A7E0-D0BF-7FCA-D296-94BFC0D611C5}"/>
              </a:ext>
            </a:extLst>
          </p:cNvPr>
          <p:cNvSpPr>
            <a:spLocks noGrp="1"/>
          </p:cNvSpPr>
          <p:nvPr>
            <p:ph type="ftr" sz="quarter" idx="33"/>
          </p:nvPr>
        </p:nvSpPr>
        <p:spPr>
          <a:xfrm>
            <a:off x="484632" y="6217920"/>
            <a:ext cx="4114800" cy="365125"/>
          </a:xfrm>
        </p:spPr>
        <p:txBody>
          <a:bodyPr/>
          <a:lstStyle>
            <a:lvl1pPr>
              <a:defRPr>
                <a:solidFill>
                  <a:schemeClr val="accent6"/>
                </a:solidFill>
              </a:defRPr>
            </a:lvl1pPr>
          </a:lstStyle>
          <a:p>
            <a:r>
              <a:rPr lang="en-US"/>
              <a:t>Presentation title</a:t>
            </a:r>
            <a:endParaRPr lang="en-US" dirty="0"/>
          </a:p>
        </p:txBody>
      </p:sp>
      <p:sp>
        <p:nvSpPr>
          <p:cNvPr id="3" name="Slide Number Placeholder 2">
            <a:extLst>
              <a:ext uri="{FF2B5EF4-FFF2-40B4-BE49-F238E27FC236}">
                <a16:creationId xmlns:a16="http://schemas.microsoft.com/office/drawing/2014/main" id="{FCAC10D1-DF42-8734-0793-84312B963E62}"/>
              </a:ext>
            </a:extLst>
          </p:cNvPr>
          <p:cNvSpPr>
            <a:spLocks noGrp="1"/>
          </p:cNvSpPr>
          <p:nvPr>
            <p:ph type="sldNum" sz="quarter" idx="34"/>
          </p:nvPr>
        </p:nvSpPr>
        <p:spPr>
          <a:xfrm>
            <a:off x="11194169" y="6217920"/>
            <a:ext cx="458592" cy="365125"/>
          </a:xfrm>
        </p:spPr>
        <p:txBody>
          <a:bodyPr/>
          <a:lstStyle>
            <a:lvl1pPr>
              <a:defRPr>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862097048"/>
      </p:ext>
    </p:extLst>
  </p:cSld>
  <p:clrMapOvr>
    <a:masterClrMapping/>
  </p:clrMapOvr>
  <p:extLst>
    <p:ext uri="{DCECCB84-F9BA-43D5-87BE-67443E8EF086}">
      <p15:sldGuideLst xmlns:p15="http://schemas.microsoft.com/office/powerpoint/2012/main">
        <p15:guide id="1" orient="horz" pos="528">
          <p15:clr>
            <a:srgbClr val="FBAE40"/>
          </p15:clr>
        </p15:guide>
        <p15:guide id="2" pos="504"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C1D3CF-F6AF-93EB-C40E-C278E58442C0}"/>
              </a:ext>
            </a:extLst>
          </p:cNvPr>
          <p:cNvSpPr>
            <a:spLocks noGrp="1"/>
          </p:cNvSpPr>
          <p:nvPr>
            <p:ph type="title"/>
          </p:nvPr>
        </p:nvSpPr>
        <p:spPr>
          <a:xfrm>
            <a:off x="509574" y="2096892"/>
            <a:ext cx="5117162" cy="1325563"/>
          </a:xfrm>
        </p:spPr>
        <p:txBody>
          <a:bodyPr>
            <a:noAutofit/>
          </a:bodyPr>
          <a:lstStyle>
            <a:lvl1pPr>
              <a:defRPr>
                <a:solidFill>
                  <a:schemeClr val="accent6"/>
                </a:solidFill>
              </a:defRPr>
            </a:lvl1pPr>
          </a:lstStyle>
          <a:p>
            <a:r>
              <a:rPr lang="en-US"/>
              <a:t>Click to edit Master title style</a:t>
            </a:r>
            <a:endParaRPr lang="en-US" dirty="0"/>
          </a:p>
        </p:txBody>
      </p:sp>
      <p:sp>
        <p:nvSpPr>
          <p:cNvPr id="14" name="Content placeholder 47">
            <a:extLst>
              <a:ext uri="{FF2B5EF4-FFF2-40B4-BE49-F238E27FC236}">
                <a16:creationId xmlns:a16="http://schemas.microsoft.com/office/drawing/2014/main" id="{E61594E5-F661-407F-9B5E-62267D2E6AAD}"/>
              </a:ext>
            </a:extLst>
          </p:cNvPr>
          <p:cNvSpPr>
            <a:spLocks noGrp="1"/>
          </p:cNvSpPr>
          <p:nvPr>
            <p:ph type="body" sz="quarter" idx="28" hasCustomPrompt="1"/>
          </p:nvPr>
        </p:nvSpPr>
        <p:spPr>
          <a:xfrm>
            <a:off x="509574" y="3435546"/>
            <a:ext cx="4260180" cy="1294530"/>
          </a:xfrm>
          <a:prstGeom prst="rect">
            <a:avLst/>
          </a:prstGeom>
        </p:spPr>
        <p:txBody>
          <a:bodyPr>
            <a:noAutofit/>
          </a:bodyPr>
          <a:lstStyle>
            <a:lvl1pPr marL="0" indent="0">
              <a:lnSpc>
                <a:spcPct val="100000"/>
              </a:lnSpc>
              <a:buNone/>
              <a:defRPr sz="15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21" name="Picture Placeholder 20">
            <a:extLst>
              <a:ext uri="{FF2B5EF4-FFF2-40B4-BE49-F238E27FC236}">
                <a16:creationId xmlns:a16="http://schemas.microsoft.com/office/drawing/2014/main" id="{988BDF24-3B67-5B77-0D48-319FA7FD0F65}"/>
              </a:ext>
            </a:extLst>
          </p:cNvPr>
          <p:cNvSpPr>
            <a:spLocks noGrp="1"/>
          </p:cNvSpPr>
          <p:nvPr>
            <p:ph type="pic" sz="quarter" idx="51"/>
          </p:nvPr>
        </p:nvSpPr>
        <p:spPr>
          <a:xfrm>
            <a:off x="5745001" y="0"/>
            <a:ext cx="6446999" cy="6858000"/>
          </a:xfrm>
          <a:custGeom>
            <a:avLst/>
            <a:gdLst>
              <a:gd name="connsiteX0" fmla="*/ 2550369 w 6483642"/>
              <a:gd name="connsiteY0" fmla="*/ 0 h 6858000"/>
              <a:gd name="connsiteX1" fmla="*/ 4338592 w 6483642"/>
              <a:gd name="connsiteY1" fmla="*/ 0 h 6858000"/>
              <a:gd name="connsiteX2" fmla="*/ 6483642 w 6483642"/>
              <a:gd name="connsiteY2" fmla="*/ 1338386 h 6858000"/>
              <a:gd name="connsiteX3" fmla="*/ 6483642 w 6483642"/>
              <a:gd name="connsiteY3" fmla="*/ 5624376 h 6858000"/>
              <a:gd name="connsiteX4" fmla="*/ 4378767 w 6483642"/>
              <a:gd name="connsiteY4" fmla="*/ 6858000 h 6858000"/>
              <a:gd name="connsiteX5" fmla="*/ 2590564 w 6483642"/>
              <a:gd name="connsiteY5" fmla="*/ 6858000 h 6858000"/>
              <a:gd name="connsiteX6" fmla="*/ 133 w 6483642"/>
              <a:gd name="connsiteY6" fmla="*/ 5332429 h 6858000"/>
              <a:gd name="connsiteX7" fmla="*/ 20164 w 6483642"/>
              <a:gd name="connsiteY7" fmla="*/ 1404433 h 6858000"/>
              <a:gd name="connsiteX0" fmla="*/ 2530205 w 6463478"/>
              <a:gd name="connsiteY0" fmla="*/ 0 h 6858000"/>
              <a:gd name="connsiteX1" fmla="*/ 4318428 w 6463478"/>
              <a:gd name="connsiteY1" fmla="*/ 0 h 6858000"/>
              <a:gd name="connsiteX2" fmla="*/ 6463478 w 6463478"/>
              <a:gd name="connsiteY2" fmla="*/ 1338386 h 6858000"/>
              <a:gd name="connsiteX3" fmla="*/ 6463478 w 6463478"/>
              <a:gd name="connsiteY3" fmla="*/ 5624376 h 6858000"/>
              <a:gd name="connsiteX4" fmla="*/ 4358603 w 6463478"/>
              <a:gd name="connsiteY4" fmla="*/ 6858000 h 6858000"/>
              <a:gd name="connsiteX5" fmla="*/ 2570400 w 6463478"/>
              <a:gd name="connsiteY5" fmla="*/ 6858000 h 6858000"/>
              <a:gd name="connsiteX6" fmla="*/ 17140 w 6463478"/>
              <a:gd name="connsiteY6" fmla="*/ 5339864 h 6858000"/>
              <a:gd name="connsiteX7" fmla="*/ 0 w 6463478"/>
              <a:gd name="connsiteY7" fmla="*/ 1404433 h 6858000"/>
              <a:gd name="connsiteX8" fmla="*/ 2530205 w 6463478"/>
              <a:gd name="connsiteY8" fmla="*/ 0 h 6858000"/>
              <a:gd name="connsiteX0" fmla="*/ 2513726 w 6446999"/>
              <a:gd name="connsiteY0" fmla="*/ 0 h 6858000"/>
              <a:gd name="connsiteX1" fmla="*/ 4301949 w 6446999"/>
              <a:gd name="connsiteY1" fmla="*/ 0 h 6858000"/>
              <a:gd name="connsiteX2" fmla="*/ 6446999 w 6446999"/>
              <a:gd name="connsiteY2" fmla="*/ 1338386 h 6858000"/>
              <a:gd name="connsiteX3" fmla="*/ 6446999 w 6446999"/>
              <a:gd name="connsiteY3" fmla="*/ 5624376 h 6858000"/>
              <a:gd name="connsiteX4" fmla="*/ 4342124 w 6446999"/>
              <a:gd name="connsiteY4" fmla="*/ 6858000 h 6858000"/>
              <a:gd name="connsiteX5" fmla="*/ 2553921 w 6446999"/>
              <a:gd name="connsiteY5" fmla="*/ 6858000 h 6858000"/>
              <a:gd name="connsiteX6" fmla="*/ 661 w 6446999"/>
              <a:gd name="connsiteY6" fmla="*/ 5339864 h 6858000"/>
              <a:gd name="connsiteX7" fmla="*/ 299 w 6446999"/>
              <a:gd name="connsiteY7" fmla="*/ 1396044 h 6858000"/>
              <a:gd name="connsiteX8" fmla="*/ 2513726 w 6446999"/>
              <a:gd name="connsiteY8"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446999" h="6858000">
                <a:moveTo>
                  <a:pt x="2513726" y="0"/>
                </a:moveTo>
                <a:lnTo>
                  <a:pt x="4301949" y="0"/>
                </a:lnTo>
                <a:lnTo>
                  <a:pt x="6446999" y="1338386"/>
                </a:lnTo>
                <a:lnTo>
                  <a:pt x="6446999" y="5624376"/>
                </a:lnTo>
                <a:lnTo>
                  <a:pt x="4342124" y="6858000"/>
                </a:lnTo>
                <a:lnTo>
                  <a:pt x="2553921" y="6858000"/>
                </a:lnTo>
                <a:lnTo>
                  <a:pt x="661" y="5339864"/>
                </a:lnTo>
                <a:cubicBezTo>
                  <a:pt x="-1473" y="4048155"/>
                  <a:pt x="2433" y="2687753"/>
                  <a:pt x="299" y="1396044"/>
                </a:cubicBezTo>
                <a:lnTo>
                  <a:pt x="2513726" y="0"/>
                </a:lnTo>
                <a:close/>
              </a:path>
            </a:pathLst>
          </a:custGeom>
          <a:noFill/>
        </p:spPr>
        <p:txBody>
          <a:bodyPr wrap="square" anchor="ctr">
            <a:noAutofit/>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lang="en-US" dirty="0">
                <a:solidFill>
                  <a:schemeClr val="accent6"/>
                </a:solidFill>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altLang="zh-CN"/>
              <a:t>Click icon to add picture</a:t>
            </a:r>
            <a:endParaRPr lang="en-US" dirty="0"/>
          </a:p>
        </p:txBody>
      </p:sp>
      <p:sp>
        <p:nvSpPr>
          <p:cNvPr id="5" name="Footer Placeholder 4">
            <a:extLst>
              <a:ext uri="{FF2B5EF4-FFF2-40B4-BE49-F238E27FC236}">
                <a16:creationId xmlns:a16="http://schemas.microsoft.com/office/drawing/2014/main" id="{41F6C45B-70BB-86F1-1866-F93BEC26ACF8}"/>
              </a:ext>
            </a:extLst>
          </p:cNvPr>
          <p:cNvSpPr>
            <a:spLocks noGrp="1"/>
          </p:cNvSpPr>
          <p:nvPr>
            <p:ph type="ftr" sz="quarter" idx="52"/>
          </p:nvPr>
        </p:nvSpPr>
        <p:spPr/>
        <p:txBody>
          <a:bodyPr>
            <a:noAutofit/>
          </a:bodyPr>
          <a:lstStyle>
            <a:lvl1pPr>
              <a:defRPr>
                <a:solidFill>
                  <a:schemeClr val="accent6"/>
                </a:solidFill>
              </a:defRPr>
            </a:lvl1pPr>
          </a:lstStyle>
          <a:p>
            <a:r>
              <a:rPr lang="en-US"/>
              <a:t>Presentation title</a:t>
            </a:r>
            <a:endParaRPr lang="en-US" dirty="0"/>
          </a:p>
        </p:txBody>
      </p:sp>
      <p:sp>
        <p:nvSpPr>
          <p:cNvPr id="7" name="Slide Number Placeholder 6">
            <a:extLst>
              <a:ext uri="{FF2B5EF4-FFF2-40B4-BE49-F238E27FC236}">
                <a16:creationId xmlns:a16="http://schemas.microsoft.com/office/drawing/2014/main" id="{0870044D-485D-043B-9D5B-C01AA8E06447}"/>
              </a:ext>
            </a:extLst>
          </p:cNvPr>
          <p:cNvSpPr>
            <a:spLocks noGrp="1"/>
          </p:cNvSpPr>
          <p:nvPr>
            <p:ph type="sldNum" sz="quarter" idx="53"/>
          </p:nvPr>
        </p:nvSpPr>
        <p:spPr/>
        <p:txBody>
          <a:bodyPr>
            <a:noAutofit/>
          </a:bodyPr>
          <a:lstStyle>
            <a:lvl1pPr>
              <a:defRPr>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41612598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8" name="Title Placeholder 4">
            <a:extLst>
              <a:ext uri="{FF2B5EF4-FFF2-40B4-BE49-F238E27FC236}">
                <a16:creationId xmlns:a16="http://schemas.microsoft.com/office/drawing/2014/main" id="{F73BF8E3-2426-5D65-6582-D4B03C765A5D}"/>
              </a:ext>
            </a:extLst>
          </p:cNvPr>
          <p:cNvSpPr>
            <a:spLocks noGrp="1"/>
          </p:cNvSpPr>
          <p:nvPr>
            <p:ph type="title"/>
          </p:nvPr>
        </p:nvSpPr>
        <p:spPr>
          <a:xfrm>
            <a:off x="6710510" y="2016579"/>
            <a:ext cx="4441188" cy="2775857"/>
          </a:xfrm>
          <a:prstGeom prst="rect">
            <a:avLst/>
          </a:prstGeom>
        </p:spPr>
        <p:txBody>
          <a:bodyPr vert="horz" lIns="91440" tIns="45720" rIns="91440" bIns="45720" rtlCol="0" anchor="ctr">
            <a:noAutofit/>
          </a:bodyPr>
          <a:lstStyle>
            <a:lvl1pPr>
              <a:defRPr>
                <a:solidFill>
                  <a:schemeClr val="accent6"/>
                </a:solidFill>
              </a:defRPr>
            </a:lvl1pPr>
          </a:lstStyle>
          <a:p>
            <a:r>
              <a:rPr lang="en-US"/>
              <a:t>Click to edit Master title style</a:t>
            </a:r>
            <a:endParaRPr lang="en-US" dirty="0"/>
          </a:p>
        </p:txBody>
      </p:sp>
      <p:sp>
        <p:nvSpPr>
          <p:cNvPr id="18" name="Hexagon 17">
            <a:extLst>
              <a:ext uri="{FF2B5EF4-FFF2-40B4-BE49-F238E27FC236}">
                <a16:creationId xmlns:a16="http://schemas.microsoft.com/office/drawing/2014/main" id="{ADF8D8A3-175E-9A50-A98B-3766DAAB5EE2}"/>
              </a:ext>
            </a:extLst>
          </p:cNvPr>
          <p:cNvSpPr/>
          <p:nvPr userDrawn="1"/>
        </p:nvSpPr>
        <p:spPr>
          <a:xfrm rot="5400000">
            <a:off x="1308232" y="2004972"/>
            <a:ext cx="3593592" cy="2880360"/>
          </a:xfrm>
          <a:prstGeom prst="hexagon">
            <a:avLst>
              <a:gd name="adj" fmla="val 31211"/>
              <a:gd name="vf" fmla="val 11547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11" name="Text 47" descr="Click icon to add picture">
            <a:extLst>
              <a:ext uri="{FF2B5EF4-FFF2-40B4-BE49-F238E27FC236}">
                <a16:creationId xmlns:a16="http://schemas.microsoft.com/office/drawing/2014/main" id="{B264F104-ED4D-9A7F-E598-295893E05B7F}"/>
              </a:ext>
            </a:extLst>
          </p:cNvPr>
          <p:cNvSpPr>
            <a:spLocks noGrp="1"/>
          </p:cNvSpPr>
          <p:nvPr>
            <p:ph type="body" sz="quarter" idx="28" hasCustomPrompt="1"/>
          </p:nvPr>
        </p:nvSpPr>
        <p:spPr>
          <a:xfrm>
            <a:off x="2319235" y="2911781"/>
            <a:ext cx="1570612" cy="1070829"/>
          </a:xfrm>
          <a:prstGeom prst="rect">
            <a:avLst/>
          </a:prstGeom>
        </p:spPr>
        <p:txBody>
          <a:bodyPr>
            <a:noAutofit/>
          </a:bodyPr>
          <a:lstStyle>
            <a:lvl1pPr marL="0" indent="0" algn="ctr">
              <a:lnSpc>
                <a:spcPct val="113000"/>
              </a:lnSpc>
              <a:buNone/>
              <a:defRPr sz="1800" b="1" cap="all" baseline="0">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17" name="Picture Placeholder 16">
            <a:extLst>
              <a:ext uri="{FF2B5EF4-FFF2-40B4-BE49-F238E27FC236}">
                <a16:creationId xmlns:a16="http://schemas.microsoft.com/office/drawing/2014/main" id="{7A084A88-6A62-9495-6CFE-1127D5CAAAB2}"/>
              </a:ext>
            </a:extLst>
          </p:cNvPr>
          <p:cNvSpPr>
            <a:spLocks noGrp="1"/>
          </p:cNvSpPr>
          <p:nvPr>
            <p:ph type="pic" sz="quarter" idx="47"/>
          </p:nvPr>
        </p:nvSpPr>
        <p:spPr>
          <a:xfrm>
            <a:off x="581710" y="555648"/>
            <a:ext cx="5045662" cy="5783096"/>
          </a:xfrm>
          <a:custGeom>
            <a:avLst/>
            <a:gdLst>
              <a:gd name="connsiteX0" fmla="*/ 2523318 w 5045662"/>
              <a:gd name="connsiteY0" fmla="*/ 1092708 h 5783096"/>
              <a:gd name="connsiteX1" fmla="*/ 1083139 w 5045662"/>
              <a:gd name="connsiteY1" fmla="*/ 1991697 h 5783096"/>
              <a:gd name="connsiteX2" fmla="*/ 1083139 w 5045662"/>
              <a:gd name="connsiteY2" fmla="*/ 3787311 h 5783096"/>
              <a:gd name="connsiteX3" fmla="*/ 2523318 w 5045662"/>
              <a:gd name="connsiteY3" fmla="*/ 4686300 h 5783096"/>
              <a:gd name="connsiteX4" fmla="*/ 3963497 w 5045662"/>
              <a:gd name="connsiteY4" fmla="*/ 3787311 h 5783096"/>
              <a:gd name="connsiteX5" fmla="*/ 3963497 w 5045662"/>
              <a:gd name="connsiteY5" fmla="*/ 1991697 h 5783096"/>
              <a:gd name="connsiteX6" fmla="*/ 2470122 w 5045662"/>
              <a:gd name="connsiteY6" fmla="*/ 0 h 5783096"/>
              <a:gd name="connsiteX7" fmla="*/ 5037208 w 5045662"/>
              <a:gd name="connsiteY7" fmla="*/ 1458369 h 5783096"/>
              <a:gd name="connsiteX8" fmla="*/ 5045662 w 5045662"/>
              <a:gd name="connsiteY8" fmla="*/ 4339769 h 5783096"/>
              <a:gd name="connsiteX9" fmla="*/ 2561576 w 5045662"/>
              <a:gd name="connsiteY9" fmla="*/ 5783096 h 5783096"/>
              <a:gd name="connsiteX10" fmla="*/ 24164 w 5045662"/>
              <a:gd name="connsiteY10" fmla="*/ 4354881 h 5783096"/>
              <a:gd name="connsiteX11" fmla="*/ 0 w 5045662"/>
              <a:gd name="connsiteY11" fmla="*/ 1453765 h 57830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45662" h="5783096">
                <a:moveTo>
                  <a:pt x="2523318" y="1092708"/>
                </a:moveTo>
                <a:lnTo>
                  <a:pt x="1083139" y="1991697"/>
                </a:lnTo>
                <a:lnTo>
                  <a:pt x="1083139" y="3787311"/>
                </a:lnTo>
                <a:lnTo>
                  <a:pt x="2523318" y="4686300"/>
                </a:lnTo>
                <a:lnTo>
                  <a:pt x="3963497" y="3787311"/>
                </a:lnTo>
                <a:lnTo>
                  <a:pt x="3963497" y="1991697"/>
                </a:lnTo>
                <a:close/>
                <a:moveTo>
                  <a:pt x="2470122" y="0"/>
                </a:moveTo>
                <a:lnTo>
                  <a:pt x="5037208" y="1458369"/>
                </a:lnTo>
                <a:cubicBezTo>
                  <a:pt x="5040026" y="2418836"/>
                  <a:pt x="5042844" y="3379302"/>
                  <a:pt x="5045662" y="4339769"/>
                </a:cubicBezTo>
                <a:lnTo>
                  <a:pt x="2561576" y="5783096"/>
                </a:lnTo>
                <a:lnTo>
                  <a:pt x="24164" y="4354881"/>
                </a:lnTo>
                <a:lnTo>
                  <a:pt x="0" y="1453765"/>
                </a:lnTo>
                <a:close/>
              </a:path>
            </a:pathLst>
          </a:custGeom>
        </p:spPr>
        <p:txBody>
          <a:bodyPr wrap="square" tIns="457200">
            <a:noAutofit/>
          </a:bodyPr>
          <a:lstStyle>
            <a:lvl1pPr marL="0" indent="0" algn="ctr">
              <a:buNone/>
              <a:defRPr>
                <a:solidFill>
                  <a:schemeClr val="accent6"/>
                </a:solidFill>
              </a:defRPr>
            </a:lvl1pPr>
          </a:lstStyle>
          <a:p>
            <a:r>
              <a:rPr lang="en-US"/>
              <a:t>Click icon to add picture</a:t>
            </a:r>
            <a:endParaRPr lang="en-US" dirty="0"/>
          </a:p>
        </p:txBody>
      </p:sp>
    </p:spTree>
    <p:extLst>
      <p:ext uri="{BB962C8B-B14F-4D97-AF65-F5344CB8AC3E}">
        <p14:creationId xmlns:p14="http://schemas.microsoft.com/office/powerpoint/2010/main" val="34077113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2BC57-1D8D-9F59-24F9-1E8232279959}"/>
              </a:ext>
            </a:extLst>
          </p:cNvPr>
          <p:cNvSpPr>
            <a:spLocks noGrp="1"/>
          </p:cNvSpPr>
          <p:nvPr>
            <p:ph type="title"/>
          </p:nvPr>
        </p:nvSpPr>
        <p:spPr>
          <a:xfrm>
            <a:off x="587829" y="507076"/>
            <a:ext cx="10515600" cy="1115434"/>
          </a:xfrm>
        </p:spPr>
        <p:txBody>
          <a:bodyPr/>
          <a:lstStyle>
            <a:lvl1pPr>
              <a:defRPr>
                <a:solidFill>
                  <a:schemeClr val="accent6"/>
                </a:solidFill>
              </a:defRPr>
            </a:lvl1pPr>
          </a:lstStyle>
          <a:p>
            <a:r>
              <a:rPr lang="en-US"/>
              <a:t>Click to edit Master title style</a:t>
            </a:r>
          </a:p>
        </p:txBody>
      </p:sp>
      <p:sp>
        <p:nvSpPr>
          <p:cNvPr id="11" name="Content placeholder 47">
            <a:extLst>
              <a:ext uri="{FF2B5EF4-FFF2-40B4-BE49-F238E27FC236}">
                <a16:creationId xmlns:a16="http://schemas.microsoft.com/office/drawing/2014/main" id="{561744A6-D3EA-42C3-8E71-3BB8BA1E6149}"/>
              </a:ext>
            </a:extLst>
          </p:cNvPr>
          <p:cNvSpPr>
            <a:spLocks noGrp="1"/>
          </p:cNvSpPr>
          <p:nvPr>
            <p:ph type="chart" sz="quarter" idx="27" hasCustomPrompt="1"/>
          </p:nvPr>
        </p:nvSpPr>
        <p:spPr>
          <a:xfrm>
            <a:off x="587829" y="1622510"/>
            <a:ext cx="10889796" cy="4155757"/>
          </a:xfrm>
          <a:prstGeom prst="rect">
            <a:avLst/>
          </a:prstGeom>
        </p:spPr>
        <p:txBody>
          <a:bodyPr/>
          <a:lstStyle>
            <a:lvl1pPr>
              <a:defRPr>
                <a:solidFill>
                  <a:schemeClr val="accent6"/>
                </a:solidFill>
              </a:defRPr>
            </a:lvl1pPr>
          </a:lstStyle>
          <a:p>
            <a:r>
              <a:rPr lang="en-US" altLang="zh-CN" dirty="0"/>
              <a:t>Click to edit master text style</a:t>
            </a:r>
            <a:endParaRPr lang="zh-CN" altLang="en-US"/>
          </a:p>
        </p:txBody>
      </p:sp>
      <p:sp>
        <p:nvSpPr>
          <p:cNvPr id="3" name="Footer Placeholder 2">
            <a:extLst>
              <a:ext uri="{FF2B5EF4-FFF2-40B4-BE49-F238E27FC236}">
                <a16:creationId xmlns:a16="http://schemas.microsoft.com/office/drawing/2014/main" id="{D1C82179-6F61-D1EC-D800-74B748B37F0E}"/>
              </a:ext>
            </a:extLst>
          </p:cNvPr>
          <p:cNvSpPr>
            <a:spLocks noGrp="1"/>
          </p:cNvSpPr>
          <p:nvPr>
            <p:ph type="ftr" sz="quarter" idx="28"/>
          </p:nvPr>
        </p:nvSpPr>
        <p:spPr/>
        <p:txBody>
          <a:bodyPr/>
          <a:lstStyle>
            <a:lvl1pPr>
              <a:defRPr>
                <a:solidFill>
                  <a:schemeClr val="accent6"/>
                </a:solidFill>
              </a:defRPr>
            </a:lvl1pPr>
          </a:lstStyle>
          <a:p>
            <a:r>
              <a:rPr lang="en-US"/>
              <a:t>Presentation title</a:t>
            </a:r>
            <a:endParaRPr lang="en-US" dirty="0"/>
          </a:p>
        </p:txBody>
      </p:sp>
      <p:sp>
        <p:nvSpPr>
          <p:cNvPr id="5" name="Slide Number Placeholder 4">
            <a:extLst>
              <a:ext uri="{FF2B5EF4-FFF2-40B4-BE49-F238E27FC236}">
                <a16:creationId xmlns:a16="http://schemas.microsoft.com/office/drawing/2014/main" id="{38803A51-0211-9F66-D20B-444BC94AA39E}"/>
              </a:ext>
            </a:extLst>
          </p:cNvPr>
          <p:cNvSpPr>
            <a:spLocks noGrp="1"/>
          </p:cNvSpPr>
          <p:nvPr>
            <p:ph type="sldNum" sz="quarter" idx="29"/>
          </p:nvPr>
        </p:nvSpPr>
        <p:spPr/>
        <p:txBody>
          <a:bodyPr/>
          <a:lstStyle>
            <a:lvl1pPr>
              <a:defRPr>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26768272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with design">
    <p:spTree>
      <p:nvGrpSpPr>
        <p:cNvPr id="1" name=""/>
        <p:cNvGrpSpPr/>
        <p:nvPr/>
      </p:nvGrpSpPr>
      <p:grpSpPr>
        <a:xfrm>
          <a:off x="0" y="0"/>
          <a:ext cx="0" cy="0"/>
          <a:chOff x="0" y="0"/>
          <a:chExt cx="0" cy="0"/>
        </a:xfrm>
      </p:grpSpPr>
      <p:sp>
        <p:nvSpPr>
          <p:cNvPr id="11" name="Title Placeholder 4">
            <a:extLst>
              <a:ext uri="{FF2B5EF4-FFF2-40B4-BE49-F238E27FC236}">
                <a16:creationId xmlns:a16="http://schemas.microsoft.com/office/drawing/2014/main" id="{05751864-B11A-0286-13EA-2AC2A2C8DD5D}"/>
              </a:ext>
            </a:extLst>
          </p:cNvPr>
          <p:cNvSpPr>
            <a:spLocks noGrp="1"/>
          </p:cNvSpPr>
          <p:nvPr>
            <p:ph type="title"/>
          </p:nvPr>
        </p:nvSpPr>
        <p:spPr>
          <a:xfrm>
            <a:off x="581709" y="721538"/>
            <a:ext cx="10889796" cy="1418998"/>
          </a:xfrm>
          <a:prstGeom prst="rect">
            <a:avLst/>
          </a:prstGeom>
        </p:spPr>
        <p:txBody>
          <a:bodyPr vert="horz" lIns="91440" tIns="45720" rIns="91440" bIns="45720" rtlCol="0" anchor="t">
            <a:noAutofit/>
          </a:bodyPr>
          <a:lstStyle>
            <a:lvl1pPr>
              <a:defRPr>
                <a:solidFill>
                  <a:schemeClr val="accent6"/>
                </a:solidFill>
              </a:defRPr>
            </a:lvl1pPr>
          </a:lstStyle>
          <a:p>
            <a:r>
              <a:rPr lang="en-US"/>
              <a:t>Click to edit Master title style</a:t>
            </a:r>
            <a:endParaRPr lang="en-US" dirty="0"/>
          </a:p>
        </p:txBody>
      </p:sp>
      <p:sp>
        <p:nvSpPr>
          <p:cNvPr id="10" name="Table placeholder">
            <a:extLst>
              <a:ext uri="{FF2B5EF4-FFF2-40B4-BE49-F238E27FC236}">
                <a16:creationId xmlns:a16="http://schemas.microsoft.com/office/drawing/2014/main" id="{CFC5FF09-DE50-4155-81A0-5DD9B700F205}"/>
              </a:ext>
            </a:extLst>
          </p:cNvPr>
          <p:cNvSpPr>
            <a:spLocks noGrp="1"/>
          </p:cNvSpPr>
          <p:nvPr>
            <p:ph type="tbl" sz="quarter" idx="27" hasCustomPrompt="1"/>
          </p:nvPr>
        </p:nvSpPr>
        <p:spPr>
          <a:xfrm>
            <a:off x="581709" y="1614198"/>
            <a:ext cx="10889796" cy="4317856"/>
          </a:xfrm>
          <a:prstGeom prst="rect">
            <a:avLst/>
          </a:prstGeom>
        </p:spPr>
        <p:txBody>
          <a:bodyPr>
            <a:noAutofit/>
          </a:bodyPr>
          <a:lstStyle>
            <a:lvl1pPr>
              <a:defRPr>
                <a:solidFill>
                  <a:schemeClr val="accent6"/>
                </a:solidFill>
              </a:defRPr>
            </a:lvl1pPr>
          </a:lstStyle>
          <a:p>
            <a:r>
              <a:rPr lang="en-US" altLang="zh-CN" dirty="0"/>
              <a:t>Click to edit master text style</a:t>
            </a:r>
            <a:endParaRPr lang="zh-CN" altLang="en-US"/>
          </a:p>
        </p:txBody>
      </p:sp>
      <p:sp>
        <p:nvSpPr>
          <p:cNvPr id="9" name="Freeform: Shape 5">
            <a:extLst>
              <a:ext uri="{FF2B5EF4-FFF2-40B4-BE49-F238E27FC236}">
                <a16:creationId xmlns:a16="http://schemas.microsoft.com/office/drawing/2014/main" id="{3F619E6B-153E-B522-47EB-4104C405736C}"/>
              </a:ext>
            </a:extLst>
          </p:cNvPr>
          <p:cNvSpPr/>
          <p:nvPr userDrawn="1"/>
        </p:nvSpPr>
        <p:spPr>
          <a:xfrm>
            <a:off x="10551278" y="4665388"/>
            <a:ext cx="603952" cy="68174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12" name="Freeform 11">
            <a:extLst>
              <a:ext uri="{FF2B5EF4-FFF2-40B4-BE49-F238E27FC236}">
                <a16:creationId xmlns:a16="http://schemas.microsoft.com/office/drawing/2014/main" id="{687A7B3D-E004-6D6A-5979-8F1BADBC9237}"/>
              </a:ext>
            </a:extLst>
          </p:cNvPr>
          <p:cNvSpPr/>
          <p:nvPr userDrawn="1"/>
        </p:nvSpPr>
        <p:spPr>
          <a:xfrm>
            <a:off x="10524774" y="5146146"/>
            <a:ext cx="1667226" cy="1711855"/>
          </a:xfrm>
          <a:custGeom>
            <a:avLst/>
            <a:gdLst>
              <a:gd name="connsiteX0" fmla="*/ 998834 w 1667226"/>
              <a:gd name="connsiteY0" fmla="*/ 0 h 1711855"/>
              <a:gd name="connsiteX1" fmla="*/ 1667226 w 1667226"/>
              <a:gd name="connsiteY1" fmla="*/ 373790 h 1711855"/>
              <a:gd name="connsiteX2" fmla="*/ 1667226 w 1667226"/>
              <a:gd name="connsiteY2" fmla="*/ 1711855 h 1711855"/>
              <a:gd name="connsiteX3" fmla="*/ 48502 w 1667226"/>
              <a:gd name="connsiteY3" fmla="*/ 1711855 h 1711855"/>
              <a:gd name="connsiteX4" fmla="*/ 0 w 1667226"/>
              <a:gd name="connsiteY4" fmla="*/ 1684915 h 1711855"/>
              <a:gd name="connsiteX5" fmla="*/ 0 w 1667226"/>
              <a:gd name="connsiteY5" fmla="*/ 564300 h 1711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67226" h="1711855">
                <a:moveTo>
                  <a:pt x="998834" y="0"/>
                </a:moveTo>
                <a:lnTo>
                  <a:pt x="1667226" y="373790"/>
                </a:lnTo>
                <a:lnTo>
                  <a:pt x="1667226" y="1711855"/>
                </a:lnTo>
                <a:lnTo>
                  <a:pt x="48502" y="1711855"/>
                </a:lnTo>
                <a:lnTo>
                  <a:pt x="0" y="1684915"/>
                </a:lnTo>
                <a:lnTo>
                  <a:pt x="0" y="564300"/>
                </a:lnTo>
                <a:close/>
              </a:path>
            </a:pathLst>
          </a:cu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6"/>
              </a:solidFill>
            </a:endParaRPr>
          </a:p>
        </p:txBody>
      </p:sp>
      <p:sp>
        <p:nvSpPr>
          <p:cNvPr id="13" name="Freeform: Shape 11">
            <a:extLst>
              <a:ext uri="{FF2B5EF4-FFF2-40B4-BE49-F238E27FC236}">
                <a16:creationId xmlns:a16="http://schemas.microsoft.com/office/drawing/2014/main" id="{A4CA3A93-BDBF-112D-54A0-05BF6B06BCC1}"/>
              </a:ext>
            </a:extLst>
          </p:cNvPr>
          <p:cNvSpPr/>
          <p:nvPr userDrawn="1"/>
        </p:nvSpPr>
        <p:spPr>
          <a:xfrm>
            <a:off x="10177285" y="5347130"/>
            <a:ext cx="748554" cy="85636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4">
              <a:lumMod val="60000"/>
              <a:lumOff val="4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2" name="Footer Placeholder 1">
            <a:extLst>
              <a:ext uri="{FF2B5EF4-FFF2-40B4-BE49-F238E27FC236}">
                <a16:creationId xmlns:a16="http://schemas.microsoft.com/office/drawing/2014/main" id="{5F7A154B-D8F5-C1FB-307D-496380875BD1}"/>
              </a:ext>
            </a:extLst>
          </p:cNvPr>
          <p:cNvSpPr>
            <a:spLocks noGrp="1"/>
          </p:cNvSpPr>
          <p:nvPr>
            <p:ph type="ftr" sz="quarter" idx="28"/>
          </p:nvPr>
        </p:nvSpPr>
        <p:spPr/>
        <p:txBody>
          <a:bodyPr>
            <a:noAutofit/>
          </a:bodyPr>
          <a:lstStyle>
            <a:lvl1pPr>
              <a:defRPr>
                <a:solidFill>
                  <a:schemeClr val="accent6"/>
                </a:solidFill>
              </a:defRPr>
            </a:lvl1pPr>
          </a:lstStyle>
          <a:p>
            <a:r>
              <a:rPr lang="en-US"/>
              <a:t>Presentation title</a:t>
            </a:r>
            <a:endParaRPr lang="en-US" dirty="0"/>
          </a:p>
        </p:txBody>
      </p:sp>
      <p:sp>
        <p:nvSpPr>
          <p:cNvPr id="5" name="Slide Number Placeholder 4">
            <a:extLst>
              <a:ext uri="{FF2B5EF4-FFF2-40B4-BE49-F238E27FC236}">
                <a16:creationId xmlns:a16="http://schemas.microsoft.com/office/drawing/2014/main" id="{D728715E-D2CE-A33E-1A28-4E627F239BBE}"/>
              </a:ext>
            </a:extLst>
          </p:cNvPr>
          <p:cNvSpPr>
            <a:spLocks noGrp="1"/>
          </p:cNvSpPr>
          <p:nvPr>
            <p:ph type="sldNum" sz="quarter" idx="29"/>
          </p:nvPr>
        </p:nvSpPr>
        <p:spPr/>
        <p:txBody>
          <a:bodyPr>
            <a:noAutofit/>
          </a:bodyPr>
          <a:lstStyle>
            <a:lvl1pPr>
              <a:defRPr>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21212563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BF58E95-E9E1-28E6-FB2F-DE808892233F}"/>
              </a:ext>
            </a:extLst>
          </p:cNvPr>
          <p:cNvSpPr>
            <a:spLocks noGrp="1"/>
          </p:cNvSpPr>
          <p:nvPr>
            <p:ph type="title" hasCustomPrompt="1"/>
          </p:nvPr>
        </p:nvSpPr>
        <p:spPr>
          <a:xfrm>
            <a:off x="6099079" y="1856195"/>
            <a:ext cx="4518122" cy="1688906"/>
          </a:xfrm>
        </p:spPr>
        <p:txBody>
          <a:bodyPr anchor="b">
            <a:noAutofit/>
          </a:bodyPr>
          <a:lstStyle>
            <a:lvl1pPr>
              <a:defRPr sz="2700">
                <a:latin typeface="+mn-lt"/>
              </a:defRPr>
            </a:lvl1pPr>
          </a:lstStyle>
          <a:p>
            <a:r>
              <a:rPr lang="en-US" dirty="0"/>
              <a:t>Click to edit </a:t>
            </a:r>
            <a:r>
              <a:rPr lang="en-US" altLang="zh-CN" dirty="0"/>
              <a:t>Text</a:t>
            </a:r>
            <a:r>
              <a:rPr lang="zh-CN" altLang="en-US" dirty="0"/>
              <a:t> </a:t>
            </a:r>
            <a:r>
              <a:rPr lang="en-US" dirty="0"/>
              <a:t>style</a:t>
            </a:r>
          </a:p>
        </p:txBody>
      </p:sp>
      <p:sp>
        <p:nvSpPr>
          <p:cNvPr id="11" name="subtitle 47">
            <a:extLst>
              <a:ext uri="{FF2B5EF4-FFF2-40B4-BE49-F238E27FC236}">
                <a16:creationId xmlns:a16="http://schemas.microsoft.com/office/drawing/2014/main" id="{3B45AD65-2B81-A368-E5F0-5C61D0B1DFEB}"/>
              </a:ext>
            </a:extLst>
          </p:cNvPr>
          <p:cNvSpPr>
            <a:spLocks noGrp="1"/>
          </p:cNvSpPr>
          <p:nvPr>
            <p:ph type="body" sz="quarter" idx="29" hasCustomPrompt="1"/>
          </p:nvPr>
        </p:nvSpPr>
        <p:spPr>
          <a:xfrm>
            <a:off x="6095999" y="3695015"/>
            <a:ext cx="4672693" cy="1688906"/>
          </a:xfrm>
          <a:prstGeom prst="rect">
            <a:avLst/>
          </a:prstGeom>
        </p:spPr>
        <p:txBody>
          <a:bodyPr>
            <a:noAutofit/>
          </a:bodyPr>
          <a:lstStyle>
            <a:lvl1pPr marL="0" indent="0">
              <a:lnSpc>
                <a:spcPct val="100000"/>
              </a:lnSpc>
              <a:buNone/>
              <a:defRPr sz="1500" b="0">
                <a:solidFill>
                  <a:schemeClr val="accent4"/>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4" name="Freeform: Shape 5">
            <a:extLst>
              <a:ext uri="{FF2B5EF4-FFF2-40B4-BE49-F238E27FC236}">
                <a16:creationId xmlns:a16="http://schemas.microsoft.com/office/drawing/2014/main" id="{0CA4AA19-0D07-46AB-AC12-64054BBBB499}"/>
              </a:ext>
            </a:extLst>
          </p:cNvPr>
          <p:cNvSpPr/>
          <p:nvPr userDrawn="1"/>
        </p:nvSpPr>
        <p:spPr>
          <a:xfrm>
            <a:off x="3843559" y="722518"/>
            <a:ext cx="1244907" cy="140525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5" name="Freeform: Shape 6">
            <a:extLst>
              <a:ext uri="{FF2B5EF4-FFF2-40B4-BE49-F238E27FC236}">
                <a16:creationId xmlns:a16="http://schemas.microsoft.com/office/drawing/2014/main" id="{DF781D9E-0DF5-4DDA-84E6-35DFB054158C}"/>
              </a:ext>
            </a:extLst>
          </p:cNvPr>
          <p:cNvSpPr/>
          <p:nvPr userDrawn="1"/>
        </p:nvSpPr>
        <p:spPr>
          <a:xfrm>
            <a:off x="1223929" y="1436914"/>
            <a:ext cx="2857005" cy="326977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sz="1600" dirty="0"/>
          </a:p>
        </p:txBody>
      </p:sp>
      <p:sp>
        <p:nvSpPr>
          <p:cNvPr id="6" name="Freeform: Shape 7">
            <a:extLst>
              <a:ext uri="{FF2B5EF4-FFF2-40B4-BE49-F238E27FC236}">
                <a16:creationId xmlns:a16="http://schemas.microsoft.com/office/drawing/2014/main" id="{86BA1075-E23C-4BC9-8F67-B2E408F864D2}"/>
              </a:ext>
            </a:extLst>
          </p:cNvPr>
          <p:cNvSpPr/>
          <p:nvPr userDrawn="1"/>
        </p:nvSpPr>
        <p:spPr>
          <a:xfrm>
            <a:off x="758702" y="3457554"/>
            <a:ext cx="1208037" cy="138175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8" name="Freeform: Shape 11">
            <a:extLst>
              <a:ext uri="{FF2B5EF4-FFF2-40B4-BE49-F238E27FC236}">
                <a16:creationId xmlns:a16="http://schemas.microsoft.com/office/drawing/2014/main" id="{B2A4CA75-D17E-243B-9C56-A63C75AF6D56}"/>
              </a:ext>
            </a:extLst>
          </p:cNvPr>
          <p:cNvSpPr/>
          <p:nvPr userDrawn="1"/>
        </p:nvSpPr>
        <p:spPr>
          <a:xfrm>
            <a:off x="2917915" y="4662164"/>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4">
              <a:lumMod val="20000"/>
              <a:lumOff val="8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Posterama Text SemiBold"/>
              <a:ea typeface="+mn-ea"/>
              <a:cs typeface="+mn-cs"/>
            </a:endParaRPr>
          </a:p>
        </p:txBody>
      </p:sp>
      <p:sp>
        <p:nvSpPr>
          <p:cNvPr id="3" name="Footer Placeholder 2">
            <a:extLst>
              <a:ext uri="{FF2B5EF4-FFF2-40B4-BE49-F238E27FC236}">
                <a16:creationId xmlns:a16="http://schemas.microsoft.com/office/drawing/2014/main" id="{7964077E-956B-EA3A-700F-A833D82341FE}"/>
              </a:ext>
            </a:extLst>
          </p:cNvPr>
          <p:cNvSpPr>
            <a:spLocks noGrp="1"/>
          </p:cNvSpPr>
          <p:nvPr>
            <p:ph type="ftr" sz="quarter" idx="30"/>
          </p:nvPr>
        </p:nvSpPr>
        <p:spPr/>
        <p:txBody>
          <a:bodyPr>
            <a:noAutofit/>
          </a:bodyPr>
          <a:lstStyle/>
          <a:p>
            <a:r>
              <a:rPr lang="en-US" noProof="0"/>
              <a:t>Presentation title</a:t>
            </a:r>
            <a:endParaRPr lang="en-US" noProof="0" dirty="0"/>
          </a:p>
        </p:txBody>
      </p:sp>
      <p:sp>
        <p:nvSpPr>
          <p:cNvPr id="10" name="Slide Number Placeholder 9">
            <a:extLst>
              <a:ext uri="{FF2B5EF4-FFF2-40B4-BE49-F238E27FC236}">
                <a16:creationId xmlns:a16="http://schemas.microsoft.com/office/drawing/2014/main" id="{8ED455D4-27F3-B6AD-2A20-7475F307E5E4}"/>
              </a:ext>
            </a:extLst>
          </p:cNvPr>
          <p:cNvSpPr>
            <a:spLocks noGrp="1"/>
          </p:cNvSpPr>
          <p:nvPr>
            <p:ph type="sldNum" sz="quarter" idx="31"/>
          </p:nvPr>
        </p:nvSpPr>
        <p:spPr/>
        <p:txBody>
          <a:bodyPr>
            <a:noAutofit/>
          </a:bodyPr>
          <a:lstStyle/>
          <a:p>
            <a:fld id="{47FEACEE-25B4-4A2D-B147-27296E36371D}" type="slidenum">
              <a:rPr lang="en-US" altLang="zh-CN" noProof="0" smtClean="0"/>
              <a:pPr/>
              <a:t>‹#›</a:t>
            </a:fld>
            <a:endParaRPr lang="en-US" altLang="zh-CN" noProof="0" dirty="0"/>
          </a:p>
        </p:txBody>
      </p:sp>
    </p:spTree>
    <p:extLst>
      <p:ext uri="{BB962C8B-B14F-4D97-AF65-F5344CB8AC3E}">
        <p14:creationId xmlns:p14="http://schemas.microsoft.com/office/powerpoint/2010/main" val="125641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Team Members">
    <p:spTree>
      <p:nvGrpSpPr>
        <p:cNvPr id="1" name=""/>
        <p:cNvGrpSpPr/>
        <p:nvPr/>
      </p:nvGrpSpPr>
      <p:grpSpPr>
        <a:xfrm>
          <a:off x="0" y="0"/>
          <a:ext cx="0" cy="0"/>
          <a:chOff x="0" y="0"/>
          <a:chExt cx="0" cy="0"/>
        </a:xfrm>
      </p:grpSpPr>
      <p:sp>
        <p:nvSpPr>
          <p:cNvPr id="16" name="Title Placeholder 4">
            <a:extLst>
              <a:ext uri="{FF2B5EF4-FFF2-40B4-BE49-F238E27FC236}">
                <a16:creationId xmlns:a16="http://schemas.microsoft.com/office/drawing/2014/main" id="{DCA6F28B-ACF1-D3CB-8968-4F64BEA02E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lvl1pPr algn="ctr">
              <a:defRPr>
                <a:solidFill>
                  <a:schemeClr val="accent6"/>
                </a:solidFill>
              </a:defRPr>
            </a:lvl1pPr>
          </a:lstStyle>
          <a:p>
            <a:r>
              <a:rPr lang="en-US"/>
              <a:t>Click to edit Master title style</a:t>
            </a:r>
            <a:endParaRPr lang="en-US" dirty="0"/>
          </a:p>
        </p:txBody>
      </p:sp>
      <p:sp>
        <p:nvSpPr>
          <p:cNvPr id="60" name="Content placeholder 47">
            <a:extLst>
              <a:ext uri="{FF2B5EF4-FFF2-40B4-BE49-F238E27FC236}">
                <a16:creationId xmlns:a16="http://schemas.microsoft.com/office/drawing/2014/main" id="{E2F72F6F-0172-47B0-8D9E-0EED383332E2}"/>
              </a:ext>
            </a:extLst>
          </p:cNvPr>
          <p:cNvSpPr>
            <a:spLocks noGrp="1"/>
          </p:cNvSpPr>
          <p:nvPr>
            <p:ph type="pic" sz="quarter" idx="48"/>
          </p:nvPr>
        </p:nvSpPr>
        <p:spPr>
          <a:xfrm>
            <a:off x="1114798" y="2560353"/>
            <a:ext cx="2368061" cy="2102177"/>
          </a:xfrm>
          <a:prstGeom prst="hexagon">
            <a:avLst>
              <a:gd name="adj" fmla="val 28349"/>
              <a:gd name="vf" fmla="val 115470"/>
            </a:avLst>
          </a:prstGeom>
          <a:ln>
            <a:noFill/>
          </a:ln>
        </p:spPr>
        <p:txBody>
          <a:bodyPr anchor="ctr">
            <a:noAutofit/>
          </a:bodyPr>
          <a:lstStyle>
            <a:lvl1pPr marL="0" indent="0" algn="l">
              <a:buFontTx/>
              <a:buNone/>
              <a:defRPr sz="1050">
                <a:solidFill>
                  <a:schemeClr val="accent6"/>
                </a:solidFill>
              </a:defRPr>
            </a:lvl1pPr>
          </a:lstStyle>
          <a:p>
            <a:r>
              <a:rPr lang="en-US" altLang="zh-CN"/>
              <a:t>Click icon to add picture</a:t>
            </a:r>
            <a:endParaRPr lang="en-US" altLang="zh-CN" dirty="0"/>
          </a:p>
        </p:txBody>
      </p:sp>
      <p:sp>
        <p:nvSpPr>
          <p:cNvPr id="52" name="Content placeholder 47" descr="Click icon to add picture">
            <a:extLst>
              <a:ext uri="{FF2B5EF4-FFF2-40B4-BE49-F238E27FC236}">
                <a16:creationId xmlns:a16="http://schemas.microsoft.com/office/drawing/2014/main" id="{2369DDD8-CFC2-4980-A0DB-411AA173B475}"/>
              </a:ext>
            </a:extLst>
          </p:cNvPr>
          <p:cNvSpPr>
            <a:spLocks noGrp="1"/>
          </p:cNvSpPr>
          <p:nvPr>
            <p:ph type="body" sz="quarter" idx="27" hasCustomPrompt="1"/>
          </p:nvPr>
        </p:nvSpPr>
        <p:spPr>
          <a:xfrm>
            <a:off x="1214003" y="4764289"/>
            <a:ext cx="2098039" cy="506399"/>
          </a:xfrm>
          <a:prstGeom prst="rect">
            <a:avLst/>
          </a:prstGeom>
        </p:spPr>
        <p:txBody>
          <a:bodyPr anchor="b">
            <a:noAutofit/>
          </a:bodyPr>
          <a:lstStyle>
            <a:lvl1pPr marL="0" indent="0" algn="ctr">
              <a:lnSpc>
                <a:spcPct val="100000"/>
              </a:lnSpc>
              <a:buNone/>
              <a:defRPr sz="1800" b="1" i="0">
                <a:solidFill>
                  <a:schemeClr val="accent6"/>
                </a:solidFill>
                <a:latin typeface="+mn-lt"/>
                <a:ea typeface="+mj-ea"/>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53" name="Content placeholder 47">
            <a:extLst>
              <a:ext uri="{FF2B5EF4-FFF2-40B4-BE49-F238E27FC236}">
                <a16:creationId xmlns:a16="http://schemas.microsoft.com/office/drawing/2014/main" id="{B66AC261-5929-40D2-A646-8F16675DE383}"/>
              </a:ext>
            </a:extLst>
          </p:cNvPr>
          <p:cNvSpPr>
            <a:spLocks noGrp="1"/>
          </p:cNvSpPr>
          <p:nvPr>
            <p:ph type="body" sz="quarter" idx="28" hasCustomPrompt="1"/>
          </p:nvPr>
        </p:nvSpPr>
        <p:spPr>
          <a:xfrm>
            <a:off x="1214003" y="5295180"/>
            <a:ext cx="2098038" cy="506399"/>
          </a:xfrm>
          <a:prstGeom prst="rect">
            <a:avLst/>
          </a:prstGeom>
        </p:spPr>
        <p:txBody>
          <a:bodyPr>
            <a:noAutofit/>
          </a:bodyPr>
          <a:lstStyle>
            <a:lvl1pPr marL="0" indent="0" algn="ctr">
              <a:lnSpc>
                <a:spcPct val="100000"/>
              </a:lnSpc>
              <a:buNone/>
              <a:defRPr sz="14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61" name="Content placeholder 47">
            <a:extLst>
              <a:ext uri="{FF2B5EF4-FFF2-40B4-BE49-F238E27FC236}">
                <a16:creationId xmlns:a16="http://schemas.microsoft.com/office/drawing/2014/main" id="{B33A9FB2-1610-4389-B352-D99255F77BEC}"/>
              </a:ext>
            </a:extLst>
          </p:cNvPr>
          <p:cNvSpPr>
            <a:spLocks noGrp="1"/>
          </p:cNvSpPr>
          <p:nvPr>
            <p:ph type="pic" sz="quarter" idx="49"/>
          </p:nvPr>
        </p:nvSpPr>
        <p:spPr>
          <a:xfrm>
            <a:off x="3623536" y="1840730"/>
            <a:ext cx="2368061" cy="2102177"/>
          </a:xfrm>
          <a:prstGeom prst="hexagon">
            <a:avLst>
              <a:gd name="adj" fmla="val 28349"/>
              <a:gd name="vf" fmla="val 115470"/>
            </a:avLst>
          </a:prstGeom>
          <a:ln>
            <a:noFill/>
          </a:ln>
        </p:spPr>
        <p:txBody>
          <a:bodyPr anchor="ctr">
            <a:noAutofit/>
          </a:bodyPr>
          <a:lstStyle>
            <a:lvl1pPr marL="0" indent="0" algn="l">
              <a:buFontTx/>
              <a:buNone/>
              <a:defRPr sz="1050">
                <a:solidFill>
                  <a:schemeClr val="accent6"/>
                </a:solidFill>
              </a:defRPr>
            </a:lvl1pPr>
          </a:lstStyle>
          <a:p>
            <a:r>
              <a:rPr lang="en-US" altLang="zh-CN"/>
              <a:t>Click icon to add picture</a:t>
            </a:r>
            <a:endParaRPr lang="en-US" altLang="zh-CN" dirty="0"/>
          </a:p>
        </p:txBody>
      </p:sp>
      <p:sp>
        <p:nvSpPr>
          <p:cNvPr id="21" name="Content placeholder 47" descr="Click icon to add picture">
            <a:extLst>
              <a:ext uri="{FF2B5EF4-FFF2-40B4-BE49-F238E27FC236}">
                <a16:creationId xmlns:a16="http://schemas.microsoft.com/office/drawing/2014/main" id="{DEE851A8-3FB7-B319-A053-BE08A45763C5}"/>
              </a:ext>
            </a:extLst>
          </p:cNvPr>
          <p:cNvSpPr>
            <a:spLocks noGrp="1"/>
          </p:cNvSpPr>
          <p:nvPr>
            <p:ph type="body" sz="quarter" idx="54" hasCustomPrompt="1"/>
          </p:nvPr>
        </p:nvSpPr>
        <p:spPr>
          <a:xfrm>
            <a:off x="3720440" y="4045832"/>
            <a:ext cx="2098039" cy="506399"/>
          </a:xfrm>
          <a:prstGeom prst="rect">
            <a:avLst/>
          </a:prstGeom>
        </p:spPr>
        <p:txBody>
          <a:bodyPr anchor="b">
            <a:noAutofit/>
          </a:bodyPr>
          <a:lstStyle>
            <a:lvl1pPr marL="0" indent="0" algn="ctr">
              <a:lnSpc>
                <a:spcPct val="100000"/>
              </a:lnSpc>
              <a:buNone/>
              <a:defRPr sz="1800" b="1" i="0">
                <a:solidFill>
                  <a:schemeClr val="accent6"/>
                </a:solidFill>
                <a:latin typeface="+mn-lt"/>
                <a:ea typeface="+mj-ea"/>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22" name="Content placeholder 47">
            <a:extLst>
              <a:ext uri="{FF2B5EF4-FFF2-40B4-BE49-F238E27FC236}">
                <a16:creationId xmlns:a16="http://schemas.microsoft.com/office/drawing/2014/main" id="{5743B59B-3EAA-B249-07CE-9C9C5B0B6AB1}"/>
              </a:ext>
            </a:extLst>
          </p:cNvPr>
          <p:cNvSpPr>
            <a:spLocks noGrp="1"/>
          </p:cNvSpPr>
          <p:nvPr>
            <p:ph type="body" sz="quarter" idx="55" hasCustomPrompt="1"/>
          </p:nvPr>
        </p:nvSpPr>
        <p:spPr>
          <a:xfrm>
            <a:off x="3720440" y="4576723"/>
            <a:ext cx="2098038" cy="506399"/>
          </a:xfrm>
          <a:prstGeom prst="rect">
            <a:avLst/>
          </a:prstGeom>
        </p:spPr>
        <p:txBody>
          <a:bodyPr>
            <a:noAutofit/>
          </a:bodyPr>
          <a:lstStyle>
            <a:lvl1pPr marL="0" indent="0" algn="ctr">
              <a:lnSpc>
                <a:spcPct val="100000"/>
              </a:lnSpc>
              <a:buNone/>
              <a:defRPr sz="14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62" name="Content placeholder 47">
            <a:extLst>
              <a:ext uri="{FF2B5EF4-FFF2-40B4-BE49-F238E27FC236}">
                <a16:creationId xmlns:a16="http://schemas.microsoft.com/office/drawing/2014/main" id="{0AC60B87-71AC-4AA8-9AE7-B3B427BACB12}"/>
              </a:ext>
            </a:extLst>
          </p:cNvPr>
          <p:cNvSpPr>
            <a:spLocks noGrp="1"/>
          </p:cNvSpPr>
          <p:nvPr>
            <p:ph type="pic" sz="quarter" idx="50"/>
          </p:nvPr>
        </p:nvSpPr>
        <p:spPr>
          <a:xfrm>
            <a:off x="6113401" y="2560353"/>
            <a:ext cx="2368061" cy="2102177"/>
          </a:xfrm>
          <a:prstGeom prst="hexagon">
            <a:avLst>
              <a:gd name="adj" fmla="val 28349"/>
              <a:gd name="vf" fmla="val 115470"/>
            </a:avLst>
          </a:prstGeom>
          <a:ln>
            <a:noFill/>
          </a:ln>
        </p:spPr>
        <p:txBody>
          <a:bodyPr anchor="ctr">
            <a:noAutofit/>
          </a:bodyPr>
          <a:lstStyle>
            <a:lvl1pPr marL="0" indent="0" algn="l">
              <a:buFontTx/>
              <a:buNone/>
              <a:defRPr sz="1050">
                <a:solidFill>
                  <a:schemeClr val="accent6"/>
                </a:solidFill>
              </a:defRPr>
            </a:lvl1pPr>
          </a:lstStyle>
          <a:p>
            <a:r>
              <a:rPr lang="en-US" altLang="zh-CN"/>
              <a:t>Click icon to add picture</a:t>
            </a:r>
            <a:endParaRPr lang="en-US" altLang="zh-CN" dirty="0"/>
          </a:p>
        </p:txBody>
      </p:sp>
      <p:sp>
        <p:nvSpPr>
          <p:cNvPr id="19" name="Content placeholder 47" descr="Click icon to add picture">
            <a:extLst>
              <a:ext uri="{FF2B5EF4-FFF2-40B4-BE49-F238E27FC236}">
                <a16:creationId xmlns:a16="http://schemas.microsoft.com/office/drawing/2014/main" id="{110FBA5D-2CEB-4D44-16CA-0F24099B1401}"/>
              </a:ext>
            </a:extLst>
          </p:cNvPr>
          <p:cNvSpPr>
            <a:spLocks noGrp="1"/>
          </p:cNvSpPr>
          <p:nvPr>
            <p:ph type="body" sz="quarter" idx="52" hasCustomPrompt="1"/>
          </p:nvPr>
        </p:nvSpPr>
        <p:spPr>
          <a:xfrm>
            <a:off x="6218710" y="4764289"/>
            <a:ext cx="2098039" cy="506399"/>
          </a:xfrm>
          <a:prstGeom prst="rect">
            <a:avLst/>
          </a:prstGeom>
        </p:spPr>
        <p:txBody>
          <a:bodyPr anchor="b">
            <a:noAutofit/>
          </a:bodyPr>
          <a:lstStyle>
            <a:lvl1pPr marL="0" indent="0" algn="ctr">
              <a:lnSpc>
                <a:spcPct val="100000"/>
              </a:lnSpc>
              <a:buNone/>
              <a:defRPr sz="1800" b="1" i="0">
                <a:solidFill>
                  <a:schemeClr val="accent6"/>
                </a:solidFill>
                <a:latin typeface="+mn-lt"/>
                <a:ea typeface="+mj-ea"/>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20" name="Content placeholder 47">
            <a:extLst>
              <a:ext uri="{FF2B5EF4-FFF2-40B4-BE49-F238E27FC236}">
                <a16:creationId xmlns:a16="http://schemas.microsoft.com/office/drawing/2014/main" id="{2108E774-D145-FA07-58F1-7DB37A30A596}"/>
              </a:ext>
            </a:extLst>
          </p:cNvPr>
          <p:cNvSpPr>
            <a:spLocks noGrp="1"/>
          </p:cNvSpPr>
          <p:nvPr>
            <p:ph type="body" sz="quarter" idx="53" hasCustomPrompt="1"/>
          </p:nvPr>
        </p:nvSpPr>
        <p:spPr>
          <a:xfrm>
            <a:off x="6218710" y="5295180"/>
            <a:ext cx="2098038" cy="506399"/>
          </a:xfrm>
          <a:prstGeom prst="rect">
            <a:avLst/>
          </a:prstGeom>
        </p:spPr>
        <p:txBody>
          <a:bodyPr>
            <a:noAutofit/>
          </a:bodyPr>
          <a:lstStyle>
            <a:lvl1pPr marL="0" indent="0" algn="ctr">
              <a:lnSpc>
                <a:spcPct val="100000"/>
              </a:lnSpc>
              <a:buNone/>
              <a:defRPr sz="14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63" name="Content placeholder 47">
            <a:extLst>
              <a:ext uri="{FF2B5EF4-FFF2-40B4-BE49-F238E27FC236}">
                <a16:creationId xmlns:a16="http://schemas.microsoft.com/office/drawing/2014/main" id="{05B25D7D-82BA-4FF5-9C92-4AD181847515}"/>
              </a:ext>
            </a:extLst>
          </p:cNvPr>
          <p:cNvSpPr>
            <a:spLocks noGrp="1"/>
          </p:cNvSpPr>
          <p:nvPr>
            <p:ph type="pic" sz="quarter" idx="51"/>
          </p:nvPr>
        </p:nvSpPr>
        <p:spPr>
          <a:xfrm>
            <a:off x="8500328" y="1836331"/>
            <a:ext cx="2368061" cy="2102177"/>
          </a:xfrm>
          <a:prstGeom prst="hexagon">
            <a:avLst>
              <a:gd name="adj" fmla="val 28349"/>
              <a:gd name="vf" fmla="val 115470"/>
            </a:avLst>
          </a:prstGeom>
          <a:ln>
            <a:noFill/>
          </a:ln>
        </p:spPr>
        <p:txBody>
          <a:bodyPr anchor="ctr">
            <a:noAutofit/>
          </a:bodyPr>
          <a:lstStyle>
            <a:lvl1pPr marL="0" indent="0" algn="l">
              <a:buFontTx/>
              <a:buNone/>
              <a:defRPr sz="1050">
                <a:solidFill>
                  <a:schemeClr val="accent6"/>
                </a:solidFill>
              </a:defRPr>
            </a:lvl1pPr>
          </a:lstStyle>
          <a:p>
            <a:r>
              <a:rPr lang="en-US" altLang="zh-CN"/>
              <a:t>Click icon to add picture</a:t>
            </a:r>
            <a:endParaRPr lang="en-US" altLang="zh-CN" dirty="0"/>
          </a:p>
        </p:txBody>
      </p:sp>
      <p:sp>
        <p:nvSpPr>
          <p:cNvPr id="25" name="Content placeholder 47" descr="Click icon to add picture">
            <a:extLst>
              <a:ext uri="{FF2B5EF4-FFF2-40B4-BE49-F238E27FC236}">
                <a16:creationId xmlns:a16="http://schemas.microsoft.com/office/drawing/2014/main" id="{A9C2624B-E6E6-C673-E8FF-F4BF909C3AC2}"/>
              </a:ext>
            </a:extLst>
          </p:cNvPr>
          <p:cNvSpPr>
            <a:spLocks noGrp="1"/>
          </p:cNvSpPr>
          <p:nvPr>
            <p:ph type="body" sz="quarter" idx="56" hasCustomPrompt="1"/>
          </p:nvPr>
        </p:nvSpPr>
        <p:spPr>
          <a:xfrm>
            <a:off x="8635340" y="4045832"/>
            <a:ext cx="2098039" cy="506399"/>
          </a:xfrm>
          <a:prstGeom prst="rect">
            <a:avLst/>
          </a:prstGeom>
        </p:spPr>
        <p:txBody>
          <a:bodyPr anchor="b">
            <a:noAutofit/>
          </a:bodyPr>
          <a:lstStyle>
            <a:lvl1pPr marL="0" indent="0" algn="ctr">
              <a:lnSpc>
                <a:spcPct val="100000"/>
              </a:lnSpc>
              <a:buNone/>
              <a:defRPr sz="1800" b="1" i="0">
                <a:solidFill>
                  <a:schemeClr val="accent6"/>
                </a:solidFill>
                <a:latin typeface="+mn-lt"/>
                <a:ea typeface="+mj-ea"/>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26" name="Content placeholder 47">
            <a:extLst>
              <a:ext uri="{FF2B5EF4-FFF2-40B4-BE49-F238E27FC236}">
                <a16:creationId xmlns:a16="http://schemas.microsoft.com/office/drawing/2014/main" id="{A003837A-CCD7-3699-D86F-CB884CA4C675}"/>
              </a:ext>
            </a:extLst>
          </p:cNvPr>
          <p:cNvSpPr>
            <a:spLocks noGrp="1"/>
          </p:cNvSpPr>
          <p:nvPr>
            <p:ph type="body" sz="quarter" idx="57" hasCustomPrompt="1"/>
          </p:nvPr>
        </p:nvSpPr>
        <p:spPr>
          <a:xfrm>
            <a:off x="8635340" y="4576723"/>
            <a:ext cx="2098038" cy="506399"/>
          </a:xfrm>
          <a:prstGeom prst="rect">
            <a:avLst/>
          </a:prstGeom>
        </p:spPr>
        <p:txBody>
          <a:bodyPr>
            <a:noAutofit/>
          </a:bodyPr>
          <a:lstStyle>
            <a:lvl1pPr marL="0" indent="0" algn="ctr">
              <a:lnSpc>
                <a:spcPct val="100000"/>
              </a:lnSpc>
              <a:buNone/>
              <a:defRPr sz="14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2" name="Footer Placeholder 1">
            <a:extLst>
              <a:ext uri="{FF2B5EF4-FFF2-40B4-BE49-F238E27FC236}">
                <a16:creationId xmlns:a16="http://schemas.microsoft.com/office/drawing/2014/main" id="{89028585-56FF-7B3D-783D-D06964F7C099}"/>
              </a:ext>
            </a:extLst>
          </p:cNvPr>
          <p:cNvSpPr>
            <a:spLocks noGrp="1"/>
          </p:cNvSpPr>
          <p:nvPr>
            <p:ph type="ftr" sz="quarter" idx="58"/>
          </p:nvPr>
        </p:nvSpPr>
        <p:spPr/>
        <p:txBody>
          <a:bodyPr>
            <a:noAutofit/>
          </a:bodyPr>
          <a:lstStyle>
            <a:lvl1pPr>
              <a:defRPr>
                <a:solidFill>
                  <a:schemeClr val="accent6"/>
                </a:solidFill>
              </a:defRPr>
            </a:lvl1pPr>
          </a:lstStyle>
          <a:p>
            <a:r>
              <a:rPr lang="en-US"/>
              <a:t>Presentation title</a:t>
            </a:r>
            <a:endParaRPr lang="en-US" dirty="0"/>
          </a:p>
        </p:txBody>
      </p:sp>
      <p:sp>
        <p:nvSpPr>
          <p:cNvPr id="3" name="Slide Number Placeholder 2">
            <a:extLst>
              <a:ext uri="{FF2B5EF4-FFF2-40B4-BE49-F238E27FC236}">
                <a16:creationId xmlns:a16="http://schemas.microsoft.com/office/drawing/2014/main" id="{7D090978-DDC9-0FA2-2CFD-733C8B854F3C}"/>
              </a:ext>
            </a:extLst>
          </p:cNvPr>
          <p:cNvSpPr>
            <a:spLocks noGrp="1"/>
          </p:cNvSpPr>
          <p:nvPr>
            <p:ph type="sldNum" sz="quarter" idx="59"/>
          </p:nvPr>
        </p:nvSpPr>
        <p:spPr/>
        <p:txBody>
          <a:bodyPr>
            <a:noAutofit/>
          </a:bodyPr>
          <a:lstStyle>
            <a:lvl1pPr>
              <a:defRPr>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2263683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 Team Members">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B92FA2A-46BA-2A19-C3CE-EC6985867B92}"/>
              </a:ext>
            </a:extLst>
          </p:cNvPr>
          <p:cNvSpPr>
            <a:spLocks noGrp="1"/>
          </p:cNvSpPr>
          <p:nvPr>
            <p:ph type="title"/>
          </p:nvPr>
        </p:nvSpPr>
        <p:spPr>
          <a:xfrm>
            <a:off x="509574" y="2367293"/>
            <a:ext cx="3909993" cy="3629708"/>
          </a:xfrm>
        </p:spPr>
        <p:txBody>
          <a:bodyPr anchor="t">
            <a:noAutofit/>
          </a:bodyPr>
          <a:lstStyle>
            <a:lvl1pPr>
              <a:defRPr>
                <a:solidFill>
                  <a:schemeClr val="accent6"/>
                </a:solidFill>
              </a:defRPr>
            </a:lvl1pPr>
          </a:lstStyle>
          <a:p>
            <a:r>
              <a:rPr lang="en-US"/>
              <a:t>Click to edit Master title style</a:t>
            </a:r>
            <a:endParaRPr lang="en-US" dirty="0"/>
          </a:p>
        </p:txBody>
      </p:sp>
      <p:sp>
        <p:nvSpPr>
          <p:cNvPr id="38" name="Content placeholder 47">
            <a:extLst>
              <a:ext uri="{FF2B5EF4-FFF2-40B4-BE49-F238E27FC236}">
                <a16:creationId xmlns:a16="http://schemas.microsoft.com/office/drawing/2014/main" id="{BF9EDF7D-3BB1-43C0-92BB-091CCC520477}"/>
              </a:ext>
            </a:extLst>
          </p:cNvPr>
          <p:cNvSpPr>
            <a:spLocks noGrp="1"/>
          </p:cNvSpPr>
          <p:nvPr>
            <p:ph type="pic" sz="quarter" idx="48"/>
          </p:nvPr>
        </p:nvSpPr>
        <p:spPr>
          <a:xfrm>
            <a:off x="4269796" y="436455"/>
            <a:ext cx="1173264" cy="1357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39" name="Content placeholder 47" descr="Click icon to add picture">
            <a:extLst>
              <a:ext uri="{FF2B5EF4-FFF2-40B4-BE49-F238E27FC236}">
                <a16:creationId xmlns:a16="http://schemas.microsoft.com/office/drawing/2014/main" id="{15896C2C-7C25-4BC0-AF9B-DF590A2909AA}"/>
              </a:ext>
            </a:extLst>
          </p:cNvPr>
          <p:cNvSpPr>
            <a:spLocks noGrp="1"/>
          </p:cNvSpPr>
          <p:nvPr>
            <p:ph type="body" sz="quarter" idx="27" hasCustomPrompt="1"/>
          </p:nvPr>
        </p:nvSpPr>
        <p:spPr>
          <a:xfrm>
            <a:off x="5520210" y="522515"/>
            <a:ext cx="2289842" cy="626551"/>
          </a:xfrm>
          <a:prstGeom prst="rect">
            <a:avLst/>
          </a:prstGeom>
        </p:spPr>
        <p:txBody>
          <a:bodyPr anchor="b">
            <a:noAutofit/>
          </a:bodyPr>
          <a:lstStyle>
            <a:lvl1pPr marL="0" indent="0" algn="l">
              <a:lnSpc>
                <a:spcPct val="100000"/>
              </a:lnSpc>
              <a:buNone/>
              <a:defRPr sz="1800" b="1" i="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40" name="Content placeholder 47">
            <a:extLst>
              <a:ext uri="{FF2B5EF4-FFF2-40B4-BE49-F238E27FC236}">
                <a16:creationId xmlns:a16="http://schemas.microsoft.com/office/drawing/2014/main" id="{CAC554EF-FF8F-4055-A716-E82F461413B7}"/>
              </a:ext>
            </a:extLst>
          </p:cNvPr>
          <p:cNvSpPr>
            <a:spLocks noGrp="1"/>
          </p:cNvSpPr>
          <p:nvPr>
            <p:ph type="body" sz="quarter" idx="28" hasCustomPrompt="1"/>
          </p:nvPr>
        </p:nvSpPr>
        <p:spPr>
          <a:xfrm>
            <a:off x="5520211" y="1165881"/>
            <a:ext cx="2289842" cy="506399"/>
          </a:xfrm>
          <a:prstGeom prst="rect">
            <a:avLst/>
          </a:prstGeom>
        </p:spPr>
        <p:txBody>
          <a:bodyPr>
            <a:noAutofit/>
          </a:bodyPr>
          <a:lstStyle>
            <a:lvl1pPr marL="0" indent="0" algn="l">
              <a:lnSpc>
                <a:spcPct val="90000"/>
              </a:lnSpc>
              <a:spcBef>
                <a:spcPts val="0"/>
              </a:spcBef>
              <a:buNone/>
              <a:defRPr sz="1400" b="0" i="0">
                <a:solidFill>
                  <a:schemeClr val="accent6"/>
                </a:solidFill>
                <a:latin typeface="+mn-lt"/>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56" name="Content placeholder 47">
            <a:extLst>
              <a:ext uri="{FF2B5EF4-FFF2-40B4-BE49-F238E27FC236}">
                <a16:creationId xmlns:a16="http://schemas.microsoft.com/office/drawing/2014/main" id="{4F0742C0-A9F2-4886-B17E-6915399483C3}"/>
              </a:ext>
            </a:extLst>
          </p:cNvPr>
          <p:cNvSpPr>
            <a:spLocks noGrp="1"/>
          </p:cNvSpPr>
          <p:nvPr>
            <p:ph type="pic" sz="quarter" idx="72"/>
          </p:nvPr>
        </p:nvSpPr>
        <p:spPr>
          <a:xfrm>
            <a:off x="8059916" y="436455"/>
            <a:ext cx="1173264" cy="1357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41" name="Content placeholder 47" descr="Click icon to add picture">
            <a:extLst>
              <a:ext uri="{FF2B5EF4-FFF2-40B4-BE49-F238E27FC236}">
                <a16:creationId xmlns:a16="http://schemas.microsoft.com/office/drawing/2014/main" id="{CE3DC674-39AB-43B9-AC30-97A68D221596}"/>
              </a:ext>
            </a:extLst>
          </p:cNvPr>
          <p:cNvSpPr>
            <a:spLocks noGrp="1"/>
          </p:cNvSpPr>
          <p:nvPr>
            <p:ph type="body" sz="quarter" idx="55" hasCustomPrompt="1"/>
          </p:nvPr>
        </p:nvSpPr>
        <p:spPr>
          <a:xfrm>
            <a:off x="9309889" y="642667"/>
            <a:ext cx="2098039" cy="506399"/>
          </a:xfrm>
          <a:prstGeom prst="rect">
            <a:avLst/>
          </a:prstGeom>
        </p:spPr>
        <p:txBody>
          <a:bodyPr anchor="b">
            <a:noAutofit/>
          </a:bodyPr>
          <a:lstStyle>
            <a:lvl1pPr marL="0" indent="0" algn="l">
              <a:lnSpc>
                <a:spcPct val="100000"/>
              </a:lnSpc>
              <a:buNone/>
              <a:defRPr sz="1800" b="1" i="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42" name="Content placeholder 47">
            <a:extLst>
              <a:ext uri="{FF2B5EF4-FFF2-40B4-BE49-F238E27FC236}">
                <a16:creationId xmlns:a16="http://schemas.microsoft.com/office/drawing/2014/main" id="{F12189CA-0E22-41A5-91FD-03761860993D}"/>
              </a:ext>
            </a:extLst>
          </p:cNvPr>
          <p:cNvSpPr>
            <a:spLocks noGrp="1"/>
          </p:cNvSpPr>
          <p:nvPr>
            <p:ph type="body" sz="quarter" idx="56" hasCustomPrompt="1"/>
          </p:nvPr>
        </p:nvSpPr>
        <p:spPr>
          <a:xfrm>
            <a:off x="9309891" y="1165881"/>
            <a:ext cx="2098038" cy="506399"/>
          </a:xfrm>
          <a:prstGeom prst="rect">
            <a:avLst/>
          </a:prstGeom>
        </p:spPr>
        <p:txBody>
          <a:bodyPr>
            <a:noAutofit/>
          </a:bodyPr>
          <a:lstStyle>
            <a:lvl1pPr marL="0" indent="0" algn="l">
              <a:lnSpc>
                <a:spcPct val="100000"/>
              </a:lnSpc>
              <a:buNone/>
              <a:defRPr lang="en-US" altLang="zh-CN" sz="1400" b="0" i="0" kern="1200" dirty="0">
                <a:solidFill>
                  <a:schemeClr val="accent6"/>
                </a:solidFill>
                <a:latin typeface="+mn-lt"/>
                <a:ea typeface="+mn-ea"/>
                <a:cs typeface="Posterama" panose="020B0504020200020000" pitchFamily="34" charset="0"/>
              </a:defRPr>
            </a:lvl1pPr>
            <a:lvl2pPr>
              <a:defRPr sz="1000"/>
            </a:lvl2pPr>
            <a:lvl3pPr>
              <a:defRPr sz="900"/>
            </a:lvl3pPr>
            <a:lvl4pPr>
              <a:defRPr sz="800"/>
            </a:lvl4pPr>
            <a:lvl5pPr>
              <a:defRPr sz="800"/>
            </a:lvl5pPr>
          </a:lstStyle>
          <a:p>
            <a:pPr marL="0" lvl="0" indent="0" algn="l" defTabSz="914400" rtl="0" eaLnBrk="1" latinLnBrk="0" hangingPunct="1">
              <a:lnSpc>
                <a:spcPct val="90000"/>
              </a:lnSpc>
              <a:spcBef>
                <a:spcPts val="0"/>
              </a:spcBef>
              <a:buFont typeface="Arial" panose="020B0604020202020204" pitchFamily="34" charset="0"/>
              <a:buNone/>
            </a:pPr>
            <a:r>
              <a:rPr lang="en-US" altLang="zh-CN" dirty="0"/>
              <a:t>Click to edit Master text styles </a:t>
            </a:r>
          </a:p>
        </p:txBody>
      </p:sp>
      <p:sp>
        <p:nvSpPr>
          <p:cNvPr id="48" name="Content placeholder 47">
            <a:extLst>
              <a:ext uri="{FF2B5EF4-FFF2-40B4-BE49-F238E27FC236}">
                <a16:creationId xmlns:a16="http://schemas.microsoft.com/office/drawing/2014/main" id="{A962C62E-F92F-445A-9243-8B433747A548}"/>
              </a:ext>
            </a:extLst>
          </p:cNvPr>
          <p:cNvSpPr>
            <a:spLocks noGrp="1"/>
          </p:cNvSpPr>
          <p:nvPr>
            <p:ph type="pic" sz="quarter" idx="69"/>
          </p:nvPr>
        </p:nvSpPr>
        <p:spPr>
          <a:xfrm>
            <a:off x="4269796" y="2004222"/>
            <a:ext cx="1173264" cy="1357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43" name="Content placeholder 47" descr="Click icon to add picture">
            <a:extLst>
              <a:ext uri="{FF2B5EF4-FFF2-40B4-BE49-F238E27FC236}">
                <a16:creationId xmlns:a16="http://schemas.microsoft.com/office/drawing/2014/main" id="{DE6F9463-BB2D-43FC-BE8F-21D3F9A2539C}"/>
              </a:ext>
            </a:extLst>
          </p:cNvPr>
          <p:cNvSpPr>
            <a:spLocks noGrp="1"/>
          </p:cNvSpPr>
          <p:nvPr>
            <p:ph type="body" sz="quarter" idx="57" hasCustomPrompt="1"/>
          </p:nvPr>
        </p:nvSpPr>
        <p:spPr>
          <a:xfrm>
            <a:off x="5520210" y="2105171"/>
            <a:ext cx="2193021" cy="617418"/>
          </a:xfrm>
          <a:prstGeom prst="rect">
            <a:avLst/>
          </a:prstGeom>
        </p:spPr>
        <p:txBody>
          <a:bodyPr anchor="b">
            <a:noAutofit/>
          </a:bodyPr>
          <a:lstStyle>
            <a:lvl1pPr marL="0" indent="0" algn="l">
              <a:lnSpc>
                <a:spcPct val="100000"/>
              </a:lnSpc>
              <a:buNone/>
              <a:defRPr sz="1800" b="1" i="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44" name="Content placeholder 47">
            <a:extLst>
              <a:ext uri="{FF2B5EF4-FFF2-40B4-BE49-F238E27FC236}">
                <a16:creationId xmlns:a16="http://schemas.microsoft.com/office/drawing/2014/main" id="{7DF27694-08A2-4530-B763-5A9B9D4DC6E0}"/>
              </a:ext>
            </a:extLst>
          </p:cNvPr>
          <p:cNvSpPr>
            <a:spLocks noGrp="1"/>
          </p:cNvSpPr>
          <p:nvPr>
            <p:ph type="body" sz="quarter" idx="58" hasCustomPrompt="1"/>
          </p:nvPr>
        </p:nvSpPr>
        <p:spPr>
          <a:xfrm>
            <a:off x="5520212" y="2739721"/>
            <a:ext cx="2193021" cy="506399"/>
          </a:xfrm>
          <a:prstGeom prst="rect">
            <a:avLst/>
          </a:prstGeom>
        </p:spPr>
        <p:txBody>
          <a:bodyPr>
            <a:noAutofit/>
          </a:bodyPr>
          <a:lstStyle>
            <a:lvl1pPr marL="0" indent="0" algn="l">
              <a:lnSpc>
                <a:spcPct val="100000"/>
              </a:lnSpc>
              <a:spcBef>
                <a:spcPts val="0"/>
              </a:spcBef>
              <a:buNone/>
              <a:defRPr lang="en-US" altLang="zh-CN" sz="1400" b="0" i="0" kern="1200" dirty="0">
                <a:solidFill>
                  <a:schemeClr val="accent6"/>
                </a:solidFill>
                <a:latin typeface="+mn-lt"/>
                <a:ea typeface="+mn-ea"/>
                <a:cs typeface="Posterama" panose="020B0504020200020000" pitchFamily="34" charset="0"/>
              </a:defRPr>
            </a:lvl1pPr>
            <a:lvl2pPr>
              <a:defRPr sz="1000"/>
            </a:lvl2pPr>
            <a:lvl3pPr>
              <a:defRPr sz="900"/>
            </a:lvl3pPr>
            <a:lvl4pPr>
              <a:defRPr sz="800"/>
            </a:lvl4pPr>
            <a:lvl5pPr>
              <a:defRPr sz="800"/>
            </a:lvl5pPr>
          </a:lstStyle>
          <a:p>
            <a:pPr marL="0" lvl="0" indent="0" algn="l" defTabSz="914400" rtl="0" eaLnBrk="1" latinLnBrk="0" hangingPunct="1">
              <a:lnSpc>
                <a:spcPct val="90000"/>
              </a:lnSpc>
              <a:spcBef>
                <a:spcPts val="0"/>
              </a:spcBef>
              <a:buFont typeface="Arial" panose="020B0604020202020204" pitchFamily="34" charset="0"/>
              <a:buNone/>
            </a:pPr>
            <a:r>
              <a:rPr lang="en-US" altLang="zh-CN" dirty="0"/>
              <a:t>Click to edit Master text styles </a:t>
            </a:r>
          </a:p>
        </p:txBody>
      </p:sp>
      <p:sp>
        <p:nvSpPr>
          <p:cNvPr id="61" name="Content placeholder 47">
            <a:extLst>
              <a:ext uri="{FF2B5EF4-FFF2-40B4-BE49-F238E27FC236}">
                <a16:creationId xmlns:a16="http://schemas.microsoft.com/office/drawing/2014/main" id="{2EA753B3-D0BB-4484-85D1-E28345D99F4C}"/>
              </a:ext>
            </a:extLst>
          </p:cNvPr>
          <p:cNvSpPr>
            <a:spLocks noGrp="1"/>
          </p:cNvSpPr>
          <p:nvPr>
            <p:ph type="pic" sz="quarter" idx="73"/>
          </p:nvPr>
        </p:nvSpPr>
        <p:spPr>
          <a:xfrm>
            <a:off x="8059916" y="2004222"/>
            <a:ext cx="1173264" cy="1357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dirty="0"/>
          </a:p>
        </p:txBody>
      </p:sp>
      <p:sp>
        <p:nvSpPr>
          <p:cNvPr id="45" name="Content placeholder 47" descr="Click icon to add picture">
            <a:extLst>
              <a:ext uri="{FF2B5EF4-FFF2-40B4-BE49-F238E27FC236}">
                <a16:creationId xmlns:a16="http://schemas.microsoft.com/office/drawing/2014/main" id="{20398AA4-3D68-487D-BE7C-9F1D45E3F5FF}"/>
              </a:ext>
            </a:extLst>
          </p:cNvPr>
          <p:cNvSpPr>
            <a:spLocks noGrp="1"/>
          </p:cNvSpPr>
          <p:nvPr>
            <p:ph type="body" sz="quarter" idx="59" hasCustomPrompt="1"/>
          </p:nvPr>
        </p:nvSpPr>
        <p:spPr>
          <a:xfrm>
            <a:off x="9309890" y="2032203"/>
            <a:ext cx="2098039" cy="701144"/>
          </a:xfrm>
          <a:prstGeom prst="rect">
            <a:avLst/>
          </a:prstGeom>
        </p:spPr>
        <p:txBody>
          <a:bodyPr anchor="b">
            <a:noAutofit/>
          </a:bodyPr>
          <a:lstStyle>
            <a:lvl1pPr marL="0" indent="0" algn="l">
              <a:lnSpc>
                <a:spcPct val="100000"/>
              </a:lnSpc>
              <a:buNone/>
              <a:defRPr sz="1800" b="1" i="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46" name="Content placeholder 47">
            <a:extLst>
              <a:ext uri="{FF2B5EF4-FFF2-40B4-BE49-F238E27FC236}">
                <a16:creationId xmlns:a16="http://schemas.microsoft.com/office/drawing/2014/main" id="{6B623D7A-5E96-42AB-9B1F-14E445503187}"/>
              </a:ext>
            </a:extLst>
          </p:cNvPr>
          <p:cNvSpPr>
            <a:spLocks noGrp="1"/>
          </p:cNvSpPr>
          <p:nvPr>
            <p:ph type="body" sz="quarter" idx="60" hasCustomPrompt="1"/>
          </p:nvPr>
        </p:nvSpPr>
        <p:spPr>
          <a:xfrm>
            <a:off x="9309890" y="2746407"/>
            <a:ext cx="2098038" cy="506399"/>
          </a:xfrm>
          <a:prstGeom prst="rect">
            <a:avLst/>
          </a:prstGeom>
        </p:spPr>
        <p:txBody>
          <a:bodyPr>
            <a:noAutofit/>
          </a:bodyPr>
          <a:lstStyle>
            <a:lvl1pPr marL="0" indent="0" algn="l">
              <a:lnSpc>
                <a:spcPct val="100000"/>
              </a:lnSpc>
              <a:buNone/>
              <a:defRPr lang="en-US" altLang="zh-CN" sz="1400" b="0" i="0" kern="1200" dirty="0">
                <a:solidFill>
                  <a:schemeClr val="accent6"/>
                </a:solidFill>
                <a:latin typeface="+mn-lt"/>
                <a:ea typeface="+mn-ea"/>
                <a:cs typeface="Posterama" panose="020B0504020200020000" pitchFamily="34" charset="0"/>
              </a:defRPr>
            </a:lvl1pPr>
            <a:lvl2pPr>
              <a:defRPr sz="1000"/>
            </a:lvl2pPr>
            <a:lvl3pPr>
              <a:defRPr sz="900"/>
            </a:lvl3pPr>
            <a:lvl4pPr>
              <a:defRPr sz="800"/>
            </a:lvl4pPr>
            <a:lvl5pPr>
              <a:defRPr sz="800"/>
            </a:lvl5pPr>
          </a:lstStyle>
          <a:p>
            <a:pPr marL="0" lvl="0" indent="0" algn="l" defTabSz="914400" rtl="0" eaLnBrk="1" latinLnBrk="0" hangingPunct="1">
              <a:lnSpc>
                <a:spcPct val="90000"/>
              </a:lnSpc>
              <a:spcBef>
                <a:spcPts val="0"/>
              </a:spcBef>
              <a:buFont typeface="Arial" panose="020B0604020202020204" pitchFamily="34" charset="0"/>
              <a:buNone/>
            </a:pPr>
            <a:r>
              <a:rPr lang="en-US" altLang="zh-CN" dirty="0"/>
              <a:t>Click to edit Master text styles </a:t>
            </a:r>
          </a:p>
        </p:txBody>
      </p:sp>
      <p:sp>
        <p:nvSpPr>
          <p:cNvPr id="49" name="Content placeholder 47">
            <a:extLst>
              <a:ext uri="{FF2B5EF4-FFF2-40B4-BE49-F238E27FC236}">
                <a16:creationId xmlns:a16="http://schemas.microsoft.com/office/drawing/2014/main" id="{EAA5B0EA-1F3B-4D8B-9BB9-F9037A393705}"/>
              </a:ext>
            </a:extLst>
          </p:cNvPr>
          <p:cNvSpPr>
            <a:spLocks noGrp="1"/>
          </p:cNvSpPr>
          <p:nvPr>
            <p:ph type="pic" sz="quarter" idx="70"/>
          </p:nvPr>
        </p:nvSpPr>
        <p:spPr>
          <a:xfrm>
            <a:off x="4269796" y="3571991"/>
            <a:ext cx="1173264" cy="1357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47" name="Content placeholder 47" descr="Click icon to add picture">
            <a:extLst>
              <a:ext uri="{FF2B5EF4-FFF2-40B4-BE49-F238E27FC236}">
                <a16:creationId xmlns:a16="http://schemas.microsoft.com/office/drawing/2014/main" id="{2C93687D-1E42-4B01-9F16-9FA098CE1153}"/>
              </a:ext>
            </a:extLst>
          </p:cNvPr>
          <p:cNvSpPr>
            <a:spLocks noGrp="1"/>
          </p:cNvSpPr>
          <p:nvPr>
            <p:ph type="body" sz="quarter" idx="61" hasCustomPrompt="1"/>
          </p:nvPr>
        </p:nvSpPr>
        <p:spPr>
          <a:xfrm>
            <a:off x="5520210" y="3775516"/>
            <a:ext cx="2098039" cy="506399"/>
          </a:xfrm>
          <a:prstGeom prst="rect">
            <a:avLst/>
          </a:prstGeom>
        </p:spPr>
        <p:txBody>
          <a:bodyPr anchor="b">
            <a:noAutofit/>
          </a:bodyPr>
          <a:lstStyle>
            <a:lvl1pPr marL="0" indent="0" algn="l">
              <a:lnSpc>
                <a:spcPct val="100000"/>
              </a:lnSpc>
              <a:buNone/>
              <a:defRPr sz="1800" b="1" i="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50" name="Content placeholder 47">
            <a:extLst>
              <a:ext uri="{FF2B5EF4-FFF2-40B4-BE49-F238E27FC236}">
                <a16:creationId xmlns:a16="http://schemas.microsoft.com/office/drawing/2014/main" id="{7AB91474-458B-45F7-9773-FA375C2CF7FD}"/>
              </a:ext>
            </a:extLst>
          </p:cNvPr>
          <p:cNvSpPr>
            <a:spLocks noGrp="1"/>
          </p:cNvSpPr>
          <p:nvPr>
            <p:ph type="body" sz="quarter" idx="62" hasCustomPrompt="1"/>
          </p:nvPr>
        </p:nvSpPr>
        <p:spPr>
          <a:xfrm>
            <a:off x="5520211" y="4312077"/>
            <a:ext cx="2098038" cy="506399"/>
          </a:xfrm>
          <a:prstGeom prst="rect">
            <a:avLst/>
          </a:prstGeom>
        </p:spPr>
        <p:txBody>
          <a:bodyPr>
            <a:noAutofit/>
          </a:bodyPr>
          <a:lstStyle>
            <a:lvl1pPr marL="0" indent="0" algn="l">
              <a:lnSpc>
                <a:spcPct val="100000"/>
              </a:lnSpc>
              <a:buNone/>
              <a:defRPr lang="en-US" altLang="zh-CN" sz="1400" b="0" i="0" kern="1200" dirty="0">
                <a:solidFill>
                  <a:schemeClr val="accent6"/>
                </a:solidFill>
                <a:latin typeface="+mn-lt"/>
                <a:ea typeface="+mn-ea"/>
                <a:cs typeface="Posterama" panose="020B0504020200020000" pitchFamily="34" charset="0"/>
              </a:defRPr>
            </a:lvl1pPr>
            <a:lvl2pPr>
              <a:defRPr sz="1000"/>
            </a:lvl2pPr>
            <a:lvl3pPr>
              <a:defRPr sz="900"/>
            </a:lvl3pPr>
            <a:lvl4pPr>
              <a:defRPr sz="800"/>
            </a:lvl4pPr>
            <a:lvl5pPr>
              <a:defRPr sz="800"/>
            </a:lvl5pPr>
          </a:lstStyle>
          <a:p>
            <a:pPr marL="0" lvl="0" indent="0" algn="l" defTabSz="914400" rtl="0" eaLnBrk="1" latinLnBrk="0" hangingPunct="1">
              <a:lnSpc>
                <a:spcPct val="90000"/>
              </a:lnSpc>
              <a:spcBef>
                <a:spcPts val="0"/>
              </a:spcBef>
              <a:buFont typeface="Arial" panose="020B0604020202020204" pitchFamily="34" charset="0"/>
              <a:buNone/>
            </a:pPr>
            <a:r>
              <a:rPr lang="en-US" altLang="zh-CN" dirty="0"/>
              <a:t>Click to edit Master text styles </a:t>
            </a:r>
          </a:p>
        </p:txBody>
      </p:sp>
      <p:sp>
        <p:nvSpPr>
          <p:cNvPr id="62" name="Content placeholder 47">
            <a:extLst>
              <a:ext uri="{FF2B5EF4-FFF2-40B4-BE49-F238E27FC236}">
                <a16:creationId xmlns:a16="http://schemas.microsoft.com/office/drawing/2014/main" id="{52E587E7-A09A-4FB2-8774-8073E737F106}"/>
              </a:ext>
            </a:extLst>
          </p:cNvPr>
          <p:cNvSpPr>
            <a:spLocks noGrp="1"/>
          </p:cNvSpPr>
          <p:nvPr>
            <p:ph type="pic" sz="quarter" idx="74"/>
          </p:nvPr>
        </p:nvSpPr>
        <p:spPr>
          <a:xfrm>
            <a:off x="8059916" y="3571991"/>
            <a:ext cx="1173264" cy="1357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51" name="Content placeholder 47" descr="Click icon to add picture">
            <a:extLst>
              <a:ext uri="{FF2B5EF4-FFF2-40B4-BE49-F238E27FC236}">
                <a16:creationId xmlns:a16="http://schemas.microsoft.com/office/drawing/2014/main" id="{FBF01DC7-D684-4484-B2AA-B50F7B1A00DA}"/>
              </a:ext>
            </a:extLst>
          </p:cNvPr>
          <p:cNvSpPr>
            <a:spLocks noGrp="1"/>
          </p:cNvSpPr>
          <p:nvPr>
            <p:ph type="body" sz="quarter" idx="63" hasCustomPrompt="1"/>
          </p:nvPr>
        </p:nvSpPr>
        <p:spPr>
          <a:xfrm>
            <a:off x="9309889" y="3775516"/>
            <a:ext cx="2098039" cy="506399"/>
          </a:xfrm>
          <a:prstGeom prst="rect">
            <a:avLst/>
          </a:prstGeom>
        </p:spPr>
        <p:txBody>
          <a:bodyPr anchor="b">
            <a:noAutofit/>
          </a:bodyPr>
          <a:lstStyle>
            <a:lvl1pPr marL="0" indent="0" algn="l">
              <a:lnSpc>
                <a:spcPct val="100000"/>
              </a:lnSpc>
              <a:buNone/>
              <a:defRPr sz="1800" b="1" i="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52" name="Content placeholder 47">
            <a:extLst>
              <a:ext uri="{FF2B5EF4-FFF2-40B4-BE49-F238E27FC236}">
                <a16:creationId xmlns:a16="http://schemas.microsoft.com/office/drawing/2014/main" id="{6046C90F-8A25-4E70-9BC9-4496C6B94EBC}"/>
              </a:ext>
            </a:extLst>
          </p:cNvPr>
          <p:cNvSpPr>
            <a:spLocks noGrp="1"/>
          </p:cNvSpPr>
          <p:nvPr>
            <p:ph type="body" sz="quarter" idx="64" hasCustomPrompt="1"/>
          </p:nvPr>
        </p:nvSpPr>
        <p:spPr>
          <a:xfrm>
            <a:off x="9309891" y="4312077"/>
            <a:ext cx="2098038" cy="506399"/>
          </a:xfrm>
          <a:prstGeom prst="rect">
            <a:avLst/>
          </a:prstGeom>
        </p:spPr>
        <p:txBody>
          <a:bodyPr>
            <a:noAutofit/>
          </a:bodyPr>
          <a:lstStyle>
            <a:lvl1pPr marL="0" indent="0" algn="l">
              <a:lnSpc>
                <a:spcPct val="100000"/>
              </a:lnSpc>
              <a:buNone/>
              <a:defRPr lang="en-US" altLang="zh-CN" sz="1400" b="0" i="0" kern="1200" dirty="0">
                <a:solidFill>
                  <a:schemeClr val="accent6"/>
                </a:solidFill>
                <a:latin typeface="+mn-lt"/>
                <a:ea typeface="+mn-ea"/>
                <a:cs typeface="Posterama" panose="020B0504020200020000" pitchFamily="34" charset="0"/>
              </a:defRPr>
            </a:lvl1pPr>
            <a:lvl2pPr>
              <a:defRPr sz="1000"/>
            </a:lvl2pPr>
            <a:lvl3pPr>
              <a:defRPr sz="900"/>
            </a:lvl3pPr>
            <a:lvl4pPr>
              <a:defRPr sz="800"/>
            </a:lvl4pPr>
            <a:lvl5pPr>
              <a:defRPr sz="800"/>
            </a:lvl5pPr>
          </a:lstStyle>
          <a:p>
            <a:pPr marL="0" lvl="0" indent="0" algn="l" defTabSz="914400" rtl="0" eaLnBrk="1" latinLnBrk="0" hangingPunct="1">
              <a:lnSpc>
                <a:spcPct val="90000"/>
              </a:lnSpc>
              <a:spcBef>
                <a:spcPts val="0"/>
              </a:spcBef>
              <a:buFont typeface="Arial" panose="020B0604020202020204" pitchFamily="34" charset="0"/>
              <a:buNone/>
            </a:pPr>
            <a:r>
              <a:rPr lang="en-US" altLang="zh-CN" dirty="0"/>
              <a:t>Click to edit Master text styles </a:t>
            </a:r>
          </a:p>
        </p:txBody>
      </p:sp>
      <p:sp>
        <p:nvSpPr>
          <p:cNvPr id="55" name="Content placeholder 47">
            <a:extLst>
              <a:ext uri="{FF2B5EF4-FFF2-40B4-BE49-F238E27FC236}">
                <a16:creationId xmlns:a16="http://schemas.microsoft.com/office/drawing/2014/main" id="{D05B9A22-6B21-40BB-BBC1-9586C432A97B}"/>
              </a:ext>
            </a:extLst>
          </p:cNvPr>
          <p:cNvSpPr>
            <a:spLocks noGrp="1"/>
          </p:cNvSpPr>
          <p:nvPr>
            <p:ph type="pic" sz="quarter" idx="71"/>
          </p:nvPr>
        </p:nvSpPr>
        <p:spPr>
          <a:xfrm>
            <a:off x="4269796" y="5153614"/>
            <a:ext cx="1173264" cy="1357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53" name="Content placeholder 47" descr="Click icon to add picture">
            <a:extLst>
              <a:ext uri="{FF2B5EF4-FFF2-40B4-BE49-F238E27FC236}">
                <a16:creationId xmlns:a16="http://schemas.microsoft.com/office/drawing/2014/main" id="{F5E2B418-8D0E-4995-A3ED-4348C6F4A1AF}"/>
              </a:ext>
            </a:extLst>
          </p:cNvPr>
          <p:cNvSpPr>
            <a:spLocks noGrp="1"/>
          </p:cNvSpPr>
          <p:nvPr>
            <p:ph type="body" sz="quarter" idx="65" hasCustomPrompt="1"/>
          </p:nvPr>
        </p:nvSpPr>
        <p:spPr>
          <a:xfrm>
            <a:off x="5520210" y="5369449"/>
            <a:ext cx="2098039" cy="506399"/>
          </a:xfrm>
          <a:prstGeom prst="rect">
            <a:avLst/>
          </a:prstGeom>
        </p:spPr>
        <p:txBody>
          <a:bodyPr anchor="b">
            <a:noAutofit/>
          </a:bodyPr>
          <a:lstStyle>
            <a:lvl1pPr marL="0" indent="0" algn="l">
              <a:lnSpc>
                <a:spcPct val="100000"/>
              </a:lnSpc>
              <a:buNone/>
              <a:defRPr sz="1800" b="1" i="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58" name="Content placeholder 47">
            <a:extLst>
              <a:ext uri="{FF2B5EF4-FFF2-40B4-BE49-F238E27FC236}">
                <a16:creationId xmlns:a16="http://schemas.microsoft.com/office/drawing/2014/main" id="{90A2A6E4-4D11-4F28-9D68-BC28580EBC05}"/>
              </a:ext>
            </a:extLst>
          </p:cNvPr>
          <p:cNvSpPr>
            <a:spLocks noGrp="1"/>
          </p:cNvSpPr>
          <p:nvPr>
            <p:ph type="body" sz="quarter" idx="66" hasCustomPrompt="1"/>
          </p:nvPr>
        </p:nvSpPr>
        <p:spPr>
          <a:xfrm>
            <a:off x="5520211" y="5901594"/>
            <a:ext cx="2098038" cy="506399"/>
          </a:xfrm>
          <a:prstGeom prst="rect">
            <a:avLst/>
          </a:prstGeom>
        </p:spPr>
        <p:txBody>
          <a:bodyPr>
            <a:noAutofit/>
          </a:bodyPr>
          <a:lstStyle>
            <a:lvl1pPr marL="0" indent="0" algn="l">
              <a:lnSpc>
                <a:spcPct val="100000"/>
              </a:lnSpc>
              <a:buNone/>
              <a:defRPr lang="en-US" altLang="zh-CN" sz="1400" b="0" i="0" kern="1200" dirty="0">
                <a:solidFill>
                  <a:schemeClr val="accent6"/>
                </a:solidFill>
                <a:latin typeface="+mn-lt"/>
                <a:ea typeface="+mn-ea"/>
                <a:cs typeface="Posterama" panose="020B0504020200020000" pitchFamily="34" charset="0"/>
              </a:defRPr>
            </a:lvl1pPr>
            <a:lvl2pPr>
              <a:defRPr sz="1000"/>
            </a:lvl2pPr>
            <a:lvl3pPr>
              <a:defRPr sz="900"/>
            </a:lvl3pPr>
            <a:lvl4pPr>
              <a:defRPr sz="800"/>
            </a:lvl4pPr>
            <a:lvl5pPr>
              <a:defRPr sz="800"/>
            </a:lvl5pPr>
          </a:lstStyle>
          <a:p>
            <a:pPr marL="0" lvl="0" indent="0" algn="l" defTabSz="914400" rtl="0" eaLnBrk="1" latinLnBrk="0" hangingPunct="1">
              <a:lnSpc>
                <a:spcPct val="90000"/>
              </a:lnSpc>
              <a:spcBef>
                <a:spcPts val="0"/>
              </a:spcBef>
              <a:buFont typeface="Arial" panose="020B0604020202020204" pitchFamily="34" charset="0"/>
              <a:buNone/>
            </a:pPr>
            <a:r>
              <a:rPr lang="en-US" altLang="zh-CN" dirty="0"/>
              <a:t>Click to edit Master text styles </a:t>
            </a:r>
          </a:p>
        </p:txBody>
      </p:sp>
      <p:sp>
        <p:nvSpPr>
          <p:cNvPr id="63" name="Content placeholder 47">
            <a:extLst>
              <a:ext uri="{FF2B5EF4-FFF2-40B4-BE49-F238E27FC236}">
                <a16:creationId xmlns:a16="http://schemas.microsoft.com/office/drawing/2014/main" id="{A74DEBE4-2F74-4EB7-9501-8D37A3151B2A}"/>
              </a:ext>
            </a:extLst>
          </p:cNvPr>
          <p:cNvSpPr>
            <a:spLocks noGrp="1"/>
          </p:cNvSpPr>
          <p:nvPr>
            <p:ph type="pic" sz="quarter" idx="75"/>
          </p:nvPr>
        </p:nvSpPr>
        <p:spPr>
          <a:xfrm>
            <a:off x="8059916" y="5153614"/>
            <a:ext cx="1173264" cy="135792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59" name="Content placeholder 47" descr="Click icon to add picture">
            <a:extLst>
              <a:ext uri="{FF2B5EF4-FFF2-40B4-BE49-F238E27FC236}">
                <a16:creationId xmlns:a16="http://schemas.microsoft.com/office/drawing/2014/main" id="{070D69EE-1032-4604-B201-FD13AE846E9E}"/>
              </a:ext>
            </a:extLst>
          </p:cNvPr>
          <p:cNvSpPr>
            <a:spLocks noGrp="1"/>
          </p:cNvSpPr>
          <p:nvPr>
            <p:ph type="body" sz="quarter" idx="67" hasCustomPrompt="1"/>
          </p:nvPr>
        </p:nvSpPr>
        <p:spPr>
          <a:xfrm>
            <a:off x="9313612" y="5369449"/>
            <a:ext cx="2098039" cy="506399"/>
          </a:xfrm>
          <a:prstGeom prst="rect">
            <a:avLst/>
          </a:prstGeom>
        </p:spPr>
        <p:txBody>
          <a:bodyPr anchor="b">
            <a:noAutofit/>
          </a:bodyPr>
          <a:lstStyle>
            <a:lvl1pPr marL="0" indent="0" algn="l">
              <a:lnSpc>
                <a:spcPct val="100000"/>
              </a:lnSpc>
              <a:buNone/>
              <a:defRPr sz="1800" b="1" i="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60" name="Content placeholder 47">
            <a:extLst>
              <a:ext uri="{FF2B5EF4-FFF2-40B4-BE49-F238E27FC236}">
                <a16:creationId xmlns:a16="http://schemas.microsoft.com/office/drawing/2014/main" id="{B65187B8-CD7A-46B0-A851-E2456586E758}"/>
              </a:ext>
            </a:extLst>
          </p:cNvPr>
          <p:cNvSpPr>
            <a:spLocks noGrp="1"/>
          </p:cNvSpPr>
          <p:nvPr>
            <p:ph type="body" sz="quarter" idx="68" hasCustomPrompt="1"/>
          </p:nvPr>
        </p:nvSpPr>
        <p:spPr>
          <a:xfrm>
            <a:off x="9309891" y="5901594"/>
            <a:ext cx="2098038" cy="506399"/>
          </a:xfrm>
          <a:prstGeom prst="rect">
            <a:avLst/>
          </a:prstGeom>
        </p:spPr>
        <p:txBody>
          <a:bodyPr>
            <a:noAutofit/>
          </a:bodyPr>
          <a:lstStyle>
            <a:lvl1pPr marL="0" indent="0" algn="l">
              <a:lnSpc>
                <a:spcPct val="100000"/>
              </a:lnSpc>
              <a:buNone/>
              <a:defRPr lang="en-US" altLang="zh-CN" sz="1400" b="0" i="0" kern="1200" dirty="0">
                <a:solidFill>
                  <a:schemeClr val="accent6"/>
                </a:solidFill>
                <a:latin typeface="+mn-lt"/>
                <a:ea typeface="+mn-ea"/>
                <a:cs typeface="Posterama" panose="020B0504020200020000" pitchFamily="34" charset="0"/>
              </a:defRPr>
            </a:lvl1pPr>
            <a:lvl2pPr>
              <a:defRPr sz="1000"/>
            </a:lvl2pPr>
            <a:lvl3pPr>
              <a:defRPr sz="900"/>
            </a:lvl3pPr>
            <a:lvl4pPr>
              <a:defRPr sz="800"/>
            </a:lvl4pPr>
            <a:lvl5pPr>
              <a:defRPr sz="800"/>
            </a:lvl5pPr>
          </a:lstStyle>
          <a:p>
            <a:pPr marL="0" lvl="0" indent="0" algn="l" defTabSz="914400" rtl="0" eaLnBrk="1" latinLnBrk="0" hangingPunct="1">
              <a:lnSpc>
                <a:spcPct val="90000"/>
              </a:lnSpc>
              <a:spcBef>
                <a:spcPts val="0"/>
              </a:spcBef>
              <a:buFont typeface="Arial" panose="020B0604020202020204" pitchFamily="34" charset="0"/>
              <a:buNone/>
            </a:pPr>
            <a:r>
              <a:rPr lang="en-US" altLang="zh-CN" dirty="0"/>
              <a:t>Click to edit Master text styles </a:t>
            </a:r>
          </a:p>
        </p:txBody>
      </p:sp>
      <p:sp>
        <p:nvSpPr>
          <p:cNvPr id="5" name="Footer Placeholder 4">
            <a:extLst>
              <a:ext uri="{FF2B5EF4-FFF2-40B4-BE49-F238E27FC236}">
                <a16:creationId xmlns:a16="http://schemas.microsoft.com/office/drawing/2014/main" id="{B2964988-2386-5A15-B085-00BD5D58E53C}"/>
              </a:ext>
            </a:extLst>
          </p:cNvPr>
          <p:cNvSpPr>
            <a:spLocks noGrp="1"/>
          </p:cNvSpPr>
          <p:nvPr>
            <p:ph type="ftr" sz="quarter" idx="76"/>
          </p:nvPr>
        </p:nvSpPr>
        <p:spPr/>
        <p:txBody>
          <a:bodyPr>
            <a:noAutofit/>
          </a:bodyPr>
          <a:lstStyle>
            <a:lvl1pPr>
              <a:defRPr>
                <a:solidFill>
                  <a:schemeClr val="accent6"/>
                </a:solidFill>
              </a:defRPr>
            </a:lvl1pPr>
          </a:lstStyle>
          <a:p>
            <a:r>
              <a:rPr lang="en-US"/>
              <a:t>Presentation title</a:t>
            </a:r>
            <a:endParaRPr lang="en-US" dirty="0"/>
          </a:p>
        </p:txBody>
      </p:sp>
      <p:sp>
        <p:nvSpPr>
          <p:cNvPr id="6" name="Slide Number Placeholder 5">
            <a:extLst>
              <a:ext uri="{FF2B5EF4-FFF2-40B4-BE49-F238E27FC236}">
                <a16:creationId xmlns:a16="http://schemas.microsoft.com/office/drawing/2014/main" id="{062CC095-C330-BF75-42CE-50A46EAD82C5}"/>
              </a:ext>
            </a:extLst>
          </p:cNvPr>
          <p:cNvSpPr>
            <a:spLocks noGrp="1"/>
          </p:cNvSpPr>
          <p:nvPr>
            <p:ph type="sldNum" sz="quarter" idx="77"/>
          </p:nvPr>
        </p:nvSpPr>
        <p:spPr/>
        <p:txBody>
          <a:bodyPr>
            <a:noAutofit/>
          </a:bodyPr>
          <a:lstStyle>
            <a:lvl1pPr>
              <a:defRPr b="0">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37431174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5 Column with Icons">
    <p:spTree>
      <p:nvGrpSpPr>
        <p:cNvPr id="1" name=""/>
        <p:cNvGrpSpPr/>
        <p:nvPr/>
      </p:nvGrpSpPr>
      <p:grpSpPr>
        <a:xfrm>
          <a:off x="0" y="0"/>
          <a:ext cx="0" cy="0"/>
          <a:chOff x="0" y="0"/>
          <a:chExt cx="0" cy="0"/>
        </a:xfrm>
      </p:grpSpPr>
      <p:sp>
        <p:nvSpPr>
          <p:cNvPr id="4" name="Freeform: Shape 6">
            <a:extLst>
              <a:ext uri="{FF2B5EF4-FFF2-40B4-BE49-F238E27FC236}">
                <a16:creationId xmlns:a16="http://schemas.microsoft.com/office/drawing/2014/main" id="{A533F602-EEC9-45F6-8223-8C8F4914919D}"/>
              </a:ext>
            </a:extLst>
          </p:cNvPr>
          <p:cNvSpPr/>
          <p:nvPr userDrawn="1"/>
        </p:nvSpPr>
        <p:spPr>
          <a:xfrm>
            <a:off x="2121636" y="2070606"/>
            <a:ext cx="1583013" cy="184155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5" name="Freeform: Shape 7">
            <a:extLst>
              <a:ext uri="{FF2B5EF4-FFF2-40B4-BE49-F238E27FC236}">
                <a16:creationId xmlns:a16="http://schemas.microsoft.com/office/drawing/2014/main" id="{08F73F8C-5CF8-4470-AE2B-8E6D7952FF3E}"/>
              </a:ext>
            </a:extLst>
          </p:cNvPr>
          <p:cNvSpPr/>
          <p:nvPr userDrawn="1"/>
        </p:nvSpPr>
        <p:spPr>
          <a:xfrm>
            <a:off x="4174867" y="2073440"/>
            <a:ext cx="1583013" cy="184155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6" name="Freeform: Shape 8">
            <a:extLst>
              <a:ext uri="{FF2B5EF4-FFF2-40B4-BE49-F238E27FC236}">
                <a16:creationId xmlns:a16="http://schemas.microsoft.com/office/drawing/2014/main" id="{1299AD72-44AB-4D37-ABBB-9E295508DDB5}"/>
              </a:ext>
            </a:extLst>
          </p:cNvPr>
          <p:cNvSpPr/>
          <p:nvPr userDrawn="1"/>
        </p:nvSpPr>
        <p:spPr>
          <a:xfrm>
            <a:off x="6308379" y="2064520"/>
            <a:ext cx="1583013" cy="184155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7" name="Freeform: Shape 9">
            <a:extLst>
              <a:ext uri="{FF2B5EF4-FFF2-40B4-BE49-F238E27FC236}">
                <a16:creationId xmlns:a16="http://schemas.microsoft.com/office/drawing/2014/main" id="{834981F1-A16D-4CA2-8001-0D2A65539268}"/>
              </a:ext>
            </a:extLst>
          </p:cNvPr>
          <p:cNvSpPr/>
          <p:nvPr userDrawn="1"/>
        </p:nvSpPr>
        <p:spPr>
          <a:xfrm>
            <a:off x="8407152" y="2068980"/>
            <a:ext cx="1583013" cy="1841551"/>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31" name="Content placeholder 47" descr="Click icon to add picture">
            <a:extLst>
              <a:ext uri="{FF2B5EF4-FFF2-40B4-BE49-F238E27FC236}">
                <a16:creationId xmlns:a16="http://schemas.microsoft.com/office/drawing/2014/main" id="{7AA46292-B7E4-4DB5-85D0-C4F19D66F86C}"/>
              </a:ext>
            </a:extLst>
          </p:cNvPr>
          <p:cNvSpPr>
            <a:spLocks noGrp="1"/>
          </p:cNvSpPr>
          <p:nvPr>
            <p:ph type="body" sz="quarter" idx="27" hasCustomPrompt="1"/>
          </p:nvPr>
        </p:nvSpPr>
        <p:spPr>
          <a:xfrm>
            <a:off x="821770" y="4416565"/>
            <a:ext cx="1877575" cy="506399"/>
          </a:xfrm>
          <a:prstGeom prst="rect">
            <a:avLst/>
          </a:prstGeom>
        </p:spPr>
        <p:txBody>
          <a:bodyPr>
            <a:noAutofit/>
          </a:bodyPr>
          <a:lstStyle>
            <a:lvl1pPr marL="0" indent="0" algn="ctr">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32" name="Content placeholder 47">
            <a:extLst>
              <a:ext uri="{FF2B5EF4-FFF2-40B4-BE49-F238E27FC236}">
                <a16:creationId xmlns:a16="http://schemas.microsoft.com/office/drawing/2014/main" id="{382E7D57-1A1A-432F-AEA9-9730DEE1572B}"/>
              </a:ext>
            </a:extLst>
          </p:cNvPr>
          <p:cNvSpPr>
            <a:spLocks noGrp="1"/>
          </p:cNvSpPr>
          <p:nvPr>
            <p:ph type="body" sz="quarter" idx="28" hasCustomPrompt="1"/>
          </p:nvPr>
        </p:nvSpPr>
        <p:spPr>
          <a:xfrm>
            <a:off x="912627" y="5007731"/>
            <a:ext cx="1691687" cy="811178"/>
          </a:xfrm>
          <a:prstGeom prst="rect">
            <a:avLst/>
          </a:prstGeom>
        </p:spPr>
        <p:txBody>
          <a:bodyPr>
            <a:noAutofit/>
          </a:bodyPr>
          <a:lstStyle>
            <a:lvl1pPr marL="0" indent="0" algn="ctr">
              <a:lnSpc>
                <a:spcPct val="100000"/>
              </a:lnSpc>
              <a:spcBef>
                <a:spcPts val="0"/>
              </a:spcBef>
              <a:buNone/>
              <a:defRPr lang="en-US" altLang="zh-CN" sz="1400" b="0" i="0" kern="1200" dirty="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marL="0" lvl="0" indent="0" algn="ctr" defTabSz="914400" rtl="0" eaLnBrk="1" latinLnBrk="0" hangingPunct="1">
              <a:lnSpc>
                <a:spcPct val="100000"/>
              </a:lnSpc>
              <a:spcBef>
                <a:spcPts val="1000"/>
              </a:spcBef>
              <a:buFont typeface="Arial" panose="020B0604020202020204" pitchFamily="34" charset="0"/>
              <a:buNone/>
            </a:pPr>
            <a:r>
              <a:rPr lang="en-US" altLang="zh-CN" dirty="0"/>
              <a:t>Click to edit Master text styles </a:t>
            </a:r>
          </a:p>
        </p:txBody>
      </p:sp>
      <p:sp>
        <p:nvSpPr>
          <p:cNvPr id="33" name="Content placeholder 47" descr="Click icon to add picture">
            <a:extLst>
              <a:ext uri="{FF2B5EF4-FFF2-40B4-BE49-F238E27FC236}">
                <a16:creationId xmlns:a16="http://schemas.microsoft.com/office/drawing/2014/main" id="{E51F0384-440E-45B9-91E7-78CA13DE0B98}"/>
              </a:ext>
            </a:extLst>
          </p:cNvPr>
          <p:cNvSpPr>
            <a:spLocks noGrp="1"/>
          </p:cNvSpPr>
          <p:nvPr>
            <p:ph type="body" sz="quarter" idx="49" hasCustomPrompt="1"/>
          </p:nvPr>
        </p:nvSpPr>
        <p:spPr>
          <a:xfrm>
            <a:off x="2888314" y="4416565"/>
            <a:ext cx="1877575" cy="506399"/>
          </a:xfrm>
          <a:prstGeom prst="rect">
            <a:avLst/>
          </a:prstGeom>
        </p:spPr>
        <p:txBody>
          <a:bodyPr>
            <a:noAutofit/>
          </a:bodyPr>
          <a:lstStyle>
            <a:lvl1pPr marL="0" indent="0" algn="ctr">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34" name="Content placeholder 47">
            <a:extLst>
              <a:ext uri="{FF2B5EF4-FFF2-40B4-BE49-F238E27FC236}">
                <a16:creationId xmlns:a16="http://schemas.microsoft.com/office/drawing/2014/main" id="{35EAE525-3692-40E8-894E-B19171FF64F6}"/>
              </a:ext>
            </a:extLst>
          </p:cNvPr>
          <p:cNvSpPr>
            <a:spLocks noGrp="1"/>
          </p:cNvSpPr>
          <p:nvPr>
            <p:ph type="body" sz="quarter" idx="50" hasCustomPrompt="1"/>
          </p:nvPr>
        </p:nvSpPr>
        <p:spPr>
          <a:xfrm>
            <a:off x="2979171" y="5007731"/>
            <a:ext cx="1691687" cy="811178"/>
          </a:xfrm>
          <a:prstGeom prst="rect">
            <a:avLst/>
          </a:prstGeom>
        </p:spPr>
        <p:txBody>
          <a:bodyPr>
            <a:noAutofit/>
          </a:bodyPr>
          <a:lstStyle>
            <a:lvl1pPr marL="0" indent="0" algn="ctr">
              <a:lnSpc>
                <a:spcPct val="100000"/>
              </a:lnSpc>
              <a:spcBef>
                <a:spcPts val="0"/>
              </a:spcBef>
              <a:buNone/>
              <a:defRPr lang="en-US" altLang="zh-CN" sz="1400" b="0" i="0" kern="1200" dirty="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marL="0" lvl="0" indent="0" algn="ctr" defTabSz="914400" rtl="0" eaLnBrk="1" latinLnBrk="0" hangingPunct="1">
              <a:lnSpc>
                <a:spcPct val="100000"/>
              </a:lnSpc>
              <a:spcBef>
                <a:spcPts val="1000"/>
              </a:spcBef>
              <a:buFont typeface="Arial" panose="020B0604020202020204" pitchFamily="34" charset="0"/>
              <a:buNone/>
            </a:pPr>
            <a:r>
              <a:rPr lang="en-US" altLang="zh-CN" dirty="0"/>
              <a:t>Click to edit Master text styles </a:t>
            </a:r>
          </a:p>
        </p:txBody>
      </p:sp>
      <p:sp>
        <p:nvSpPr>
          <p:cNvPr id="35" name="Content placeholder 47" descr="Click icon to add picture">
            <a:extLst>
              <a:ext uri="{FF2B5EF4-FFF2-40B4-BE49-F238E27FC236}">
                <a16:creationId xmlns:a16="http://schemas.microsoft.com/office/drawing/2014/main" id="{847DC539-F391-4470-96EB-486AB02DADBB}"/>
              </a:ext>
            </a:extLst>
          </p:cNvPr>
          <p:cNvSpPr>
            <a:spLocks noGrp="1"/>
          </p:cNvSpPr>
          <p:nvPr>
            <p:ph type="body" sz="quarter" idx="51" hasCustomPrompt="1"/>
          </p:nvPr>
        </p:nvSpPr>
        <p:spPr>
          <a:xfrm>
            <a:off x="5073898" y="4416565"/>
            <a:ext cx="1877575" cy="506399"/>
          </a:xfrm>
          <a:prstGeom prst="rect">
            <a:avLst/>
          </a:prstGeom>
        </p:spPr>
        <p:txBody>
          <a:bodyPr>
            <a:noAutofit/>
          </a:bodyPr>
          <a:lstStyle>
            <a:lvl1pPr marL="0" indent="0" algn="ctr">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36" name="Content placeholder 47">
            <a:extLst>
              <a:ext uri="{FF2B5EF4-FFF2-40B4-BE49-F238E27FC236}">
                <a16:creationId xmlns:a16="http://schemas.microsoft.com/office/drawing/2014/main" id="{50988645-D146-4AFE-B87D-279279577176}"/>
              </a:ext>
            </a:extLst>
          </p:cNvPr>
          <p:cNvSpPr>
            <a:spLocks noGrp="1"/>
          </p:cNvSpPr>
          <p:nvPr>
            <p:ph type="body" sz="quarter" idx="52" hasCustomPrompt="1"/>
          </p:nvPr>
        </p:nvSpPr>
        <p:spPr>
          <a:xfrm>
            <a:off x="5164755" y="5007731"/>
            <a:ext cx="1691687" cy="811178"/>
          </a:xfrm>
          <a:prstGeom prst="rect">
            <a:avLst/>
          </a:prstGeom>
        </p:spPr>
        <p:txBody>
          <a:bodyPr>
            <a:noAutofit/>
          </a:bodyPr>
          <a:lstStyle>
            <a:lvl1pPr marL="0" indent="0" algn="ctr">
              <a:lnSpc>
                <a:spcPct val="100000"/>
              </a:lnSpc>
              <a:spcBef>
                <a:spcPts val="0"/>
              </a:spcBef>
              <a:buNone/>
              <a:defRPr lang="en-US" altLang="zh-CN" sz="1400" b="0" i="0" kern="1200" dirty="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marL="0" lvl="0" indent="0" algn="ctr" defTabSz="914400" rtl="0" eaLnBrk="1" latinLnBrk="0" hangingPunct="1">
              <a:lnSpc>
                <a:spcPct val="100000"/>
              </a:lnSpc>
              <a:spcBef>
                <a:spcPts val="1000"/>
              </a:spcBef>
              <a:buFont typeface="Arial" panose="020B0604020202020204" pitchFamily="34" charset="0"/>
              <a:buNone/>
            </a:pPr>
            <a:r>
              <a:rPr lang="en-US" altLang="zh-CN" dirty="0"/>
              <a:t>Click to edit Master text styles </a:t>
            </a:r>
          </a:p>
        </p:txBody>
      </p:sp>
      <p:sp>
        <p:nvSpPr>
          <p:cNvPr id="37" name="Content placeholder 47" descr="Click icon to add picture">
            <a:extLst>
              <a:ext uri="{FF2B5EF4-FFF2-40B4-BE49-F238E27FC236}">
                <a16:creationId xmlns:a16="http://schemas.microsoft.com/office/drawing/2014/main" id="{6712E8AC-14E0-42CC-8037-7C1D0E044B61}"/>
              </a:ext>
            </a:extLst>
          </p:cNvPr>
          <p:cNvSpPr>
            <a:spLocks noGrp="1"/>
          </p:cNvSpPr>
          <p:nvPr>
            <p:ph type="body" sz="quarter" idx="53" hasCustomPrompt="1"/>
          </p:nvPr>
        </p:nvSpPr>
        <p:spPr>
          <a:xfrm>
            <a:off x="7259482" y="4416565"/>
            <a:ext cx="1877575" cy="506399"/>
          </a:xfrm>
          <a:prstGeom prst="rect">
            <a:avLst/>
          </a:prstGeom>
        </p:spPr>
        <p:txBody>
          <a:bodyPr>
            <a:noAutofit/>
          </a:bodyPr>
          <a:lstStyle>
            <a:lvl1pPr marL="0" indent="0" algn="ctr">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38" name="Content placeholder 47">
            <a:extLst>
              <a:ext uri="{FF2B5EF4-FFF2-40B4-BE49-F238E27FC236}">
                <a16:creationId xmlns:a16="http://schemas.microsoft.com/office/drawing/2014/main" id="{C68DF822-6F14-4839-BD33-6874C8136EE0}"/>
              </a:ext>
            </a:extLst>
          </p:cNvPr>
          <p:cNvSpPr>
            <a:spLocks noGrp="1"/>
          </p:cNvSpPr>
          <p:nvPr>
            <p:ph type="body" sz="quarter" idx="54" hasCustomPrompt="1"/>
          </p:nvPr>
        </p:nvSpPr>
        <p:spPr>
          <a:xfrm>
            <a:off x="7350339" y="5007731"/>
            <a:ext cx="1691687" cy="811178"/>
          </a:xfrm>
          <a:prstGeom prst="rect">
            <a:avLst/>
          </a:prstGeom>
        </p:spPr>
        <p:txBody>
          <a:bodyPr>
            <a:noAutofit/>
          </a:bodyPr>
          <a:lstStyle>
            <a:lvl1pPr marL="0" indent="0" algn="ctr">
              <a:lnSpc>
                <a:spcPct val="100000"/>
              </a:lnSpc>
              <a:spcBef>
                <a:spcPts val="0"/>
              </a:spcBef>
              <a:buNone/>
              <a:defRPr lang="en-US" altLang="zh-CN" sz="1400" b="0" i="0" kern="1200" dirty="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marL="0" lvl="0" indent="0" algn="ctr" defTabSz="914400" rtl="0" eaLnBrk="1" latinLnBrk="0" hangingPunct="1">
              <a:lnSpc>
                <a:spcPct val="100000"/>
              </a:lnSpc>
              <a:spcBef>
                <a:spcPts val="1000"/>
              </a:spcBef>
              <a:buFont typeface="Arial" panose="020B0604020202020204" pitchFamily="34" charset="0"/>
              <a:buNone/>
            </a:pPr>
            <a:r>
              <a:rPr lang="en-US" altLang="zh-CN" dirty="0"/>
              <a:t>Click to edit Master text styles </a:t>
            </a:r>
          </a:p>
        </p:txBody>
      </p:sp>
      <p:sp>
        <p:nvSpPr>
          <p:cNvPr id="39" name="Content placeholder 47" descr="Click icon to add picture">
            <a:extLst>
              <a:ext uri="{FF2B5EF4-FFF2-40B4-BE49-F238E27FC236}">
                <a16:creationId xmlns:a16="http://schemas.microsoft.com/office/drawing/2014/main" id="{2D1F75C7-DA21-4400-B066-F38190B4F520}"/>
              </a:ext>
            </a:extLst>
          </p:cNvPr>
          <p:cNvSpPr>
            <a:spLocks noGrp="1"/>
          </p:cNvSpPr>
          <p:nvPr>
            <p:ph type="body" sz="quarter" idx="55" hasCustomPrompt="1"/>
          </p:nvPr>
        </p:nvSpPr>
        <p:spPr>
          <a:xfrm>
            <a:off x="9445066" y="4416565"/>
            <a:ext cx="1877575" cy="506399"/>
          </a:xfrm>
          <a:prstGeom prst="rect">
            <a:avLst/>
          </a:prstGeom>
        </p:spPr>
        <p:txBody>
          <a:bodyPr>
            <a:noAutofit/>
          </a:bodyPr>
          <a:lstStyle>
            <a:lvl1pPr marL="0" indent="0" algn="ctr">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40" name="Content placeholder 47">
            <a:extLst>
              <a:ext uri="{FF2B5EF4-FFF2-40B4-BE49-F238E27FC236}">
                <a16:creationId xmlns:a16="http://schemas.microsoft.com/office/drawing/2014/main" id="{F7CF6BF0-A40D-4F18-B9DF-D9C4106065D2}"/>
              </a:ext>
            </a:extLst>
          </p:cNvPr>
          <p:cNvSpPr>
            <a:spLocks noGrp="1"/>
          </p:cNvSpPr>
          <p:nvPr>
            <p:ph type="body" sz="quarter" idx="56" hasCustomPrompt="1"/>
          </p:nvPr>
        </p:nvSpPr>
        <p:spPr>
          <a:xfrm>
            <a:off x="9535923" y="5007731"/>
            <a:ext cx="1691687" cy="811178"/>
          </a:xfrm>
          <a:prstGeom prst="rect">
            <a:avLst/>
          </a:prstGeom>
        </p:spPr>
        <p:txBody>
          <a:bodyPr>
            <a:noAutofit/>
          </a:bodyPr>
          <a:lstStyle>
            <a:lvl1pPr marL="0" indent="0" algn="ctr">
              <a:lnSpc>
                <a:spcPct val="100000"/>
              </a:lnSpc>
              <a:spcBef>
                <a:spcPts val="0"/>
              </a:spcBef>
              <a:buNone/>
              <a:defRPr lang="en-US" altLang="zh-CN" sz="1400" b="0" i="0" kern="1200" dirty="0">
                <a:solidFill>
                  <a:schemeClr val="accent6"/>
                </a:solidFill>
                <a:latin typeface="+mn-lt"/>
                <a:ea typeface="+mj-ea"/>
                <a:cs typeface="Posterama" panose="020B0504020200020000" pitchFamily="34" charset="0"/>
              </a:defRPr>
            </a:lvl1pPr>
            <a:lvl2pPr>
              <a:defRPr sz="1000"/>
            </a:lvl2pPr>
            <a:lvl3pPr>
              <a:defRPr sz="900"/>
            </a:lvl3pPr>
            <a:lvl4pPr>
              <a:defRPr sz="800"/>
            </a:lvl4pPr>
            <a:lvl5pPr>
              <a:defRPr sz="800"/>
            </a:lvl5pPr>
          </a:lstStyle>
          <a:p>
            <a:pPr marL="0" lvl="0" indent="0" algn="ctr" defTabSz="914400" rtl="0" eaLnBrk="1" latinLnBrk="0" hangingPunct="1">
              <a:lnSpc>
                <a:spcPct val="100000"/>
              </a:lnSpc>
              <a:spcBef>
                <a:spcPts val="1000"/>
              </a:spcBef>
              <a:buFont typeface="Arial" panose="020B0604020202020204" pitchFamily="34" charset="0"/>
              <a:buNone/>
            </a:pPr>
            <a:r>
              <a:rPr lang="en-US" altLang="zh-CN" dirty="0"/>
              <a:t>Click to edit Master text styles </a:t>
            </a:r>
          </a:p>
        </p:txBody>
      </p:sp>
      <p:sp>
        <p:nvSpPr>
          <p:cNvPr id="41" name="Content placeholder 47">
            <a:extLst>
              <a:ext uri="{FF2B5EF4-FFF2-40B4-BE49-F238E27FC236}">
                <a16:creationId xmlns:a16="http://schemas.microsoft.com/office/drawing/2014/main" id="{95C6B2A2-937E-4C7D-92E3-8A105DD43A98}"/>
              </a:ext>
            </a:extLst>
          </p:cNvPr>
          <p:cNvSpPr>
            <a:spLocks noGrp="1"/>
          </p:cNvSpPr>
          <p:nvPr>
            <p:ph type="pic" sz="quarter" idx="57"/>
          </p:nvPr>
        </p:nvSpPr>
        <p:spPr>
          <a:xfrm>
            <a:off x="983282" y="2073439"/>
            <a:ext cx="1621032" cy="1841551"/>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solidFill>
            <a:schemeClr val="bg1">
              <a:lumMod val="95000"/>
            </a:schemeClr>
          </a:solidFill>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42" name="Content placeholder 47">
            <a:extLst>
              <a:ext uri="{FF2B5EF4-FFF2-40B4-BE49-F238E27FC236}">
                <a16:creationId xmlns:a16="http://schemas.microsoft.com/office/drawing/2014/main" id="{A9ECEF10-95EB-4F03-B3B1-8FC0E421618E}"/>
              </a:ext>
            </a:extLst>
          </p:cNvPr>
          <p:cNvSpPr>
            <a:spLocks noGrp="1"/>
          </p:cNvSpPr>
          <p:nvPr>
            <p:ph type="pic" sz="quarter" idx="58"/>
          </p:nvPr>
        </p:nvSpPr>
        <p:spPr>
          <a:xfrm>
            <a:off x="3109346" y="2073439"/>
            <a:ext cx="1621032" cy="1841551"/>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solidFill>
            <a:schemeClr val="bg1">
              <a:lumMod val="95000"/>
            </a:schemeClr>
          </a:solidFill>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43" name="Content placeholder 47">
            <a:extLst>
              <a:ext uri="{FF2B5EF4-FFF2-40B4-BE49-F238E27FC236}">
                <a16:creationId xmlns:a16="http://schemas.microsoft.com/office/drawing/2014/main" id="{12D92FE1-9874-49B8-8FDC-F903A4843015}"/>
              </a:ext>
            </a:extLst>
          </p:cNvPr>
          <p:cNvSpPr>
            <a:spLocks noGrp="1"/>
          </p:cNvSpPr>
          <p:nvPr>
            <p:ph type="pic" sz="quarter" idx="59"/>
          </p:nvPr>
        </p:nvSpPr>
        <p:spPr>
          <a:xfrm>
            <a:off x="5235410" y="2073439"/>
            <a:ext cx="1621032" cy="1841551"/>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solidFill>
            <a:schemeClr val="bg1">
              <a:lumMod val="95000"/>
            </a:schemeClr>
          </a:solidFill>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44" name="Content placeholder 47">
            <a:extLst>
              <a:ext uri="{FF2B5EF4-FFF2-40B4-BE49-F238E27FC236}">
                <a16:creationId xmlns:a16="http://schemas.microsoft.com/office/drawing/2014/main" id="{12070F52-AB91-476E-9FE0-5403568A11DD}"/>
              </a:ext>
            </a:extLst>
          </p:cNvPr>
          <p:cNvSpPr>
            <a:spLocks noGrp="1"/>
          </p:cNvSpPr>
          <p:nvPr>
            <p:ph type="pic" sz="quarter" idx="60"/>
          </p:nvPr>
        </p:nvSpPr>
        <p:spPr>
          <a:xfrm>
            <a:off x="7361474" y="2073439"/>
            <a:ext cx="1621032" cy="1841551"/>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solidFill>
            <a:schemeClr val="bg1">
              <a:lumMod val="95000"/>
            </a:schemeClr>
          </a:solidFill>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45" name="Content placeholder 47">
            <a:extLst>
              <a:ext uri="{FF2B5EF4-FFF2-40B4-BE49-F238E27FC236}">
                <a16:creationId xmlns:a16="http://schemas.microsoft.com/office/drawing/2014/main" id="{13AE459B-26D7-43FC-BE0B-EF7B119D7D40}"/>
              </a:ext>
            </a:extLst>
          </p:cNvPr>
          <p:cNvSpPr>
            <a:spLocks noGrp="1"/>
          </p:cNvSpPr>
          <p:nvPr>
            <p:ph type="pic" sz="quarter" idx="61"/>
          </p:nvPr>
        </p:nvSpPr>
        <p:spPr>
          <a:xfrm>
            <a:off x="9487536" y="2073439"/>
            <a:ext cx="1621032" cy="1841551"/>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solidFill>
            <a:schemeClr val="bg1">
              <a:lumMod val="95000"/>
            </a:schemeClr>
          </a:solidFill>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25" name="Title Placeholder 4">
            <a:extLst>
              <a:ext uri="{FF2B5EF4-FFF2-40B4-BE49-F238E27FC236}">
                <a16:creationId xmlns:a16="http://schemas.microsoft.com/office/drawing/2014/main" id="{C8ECEE37-7B17-4FD7-2612-FBD357E104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lvl1pPr algn="ctr">
              <a:defRPr>
                <a:solidFill>
                  <a:schemeClr val="accent6"/>
                </a:solidFill>
              </a:defRPr>
            </a:lvl1pPr>
          </a:lstStyle>
          <a:p>
            <a:r>
              <a:rPr lang="en-US"/>
              <a:t>Click to edit Master title style</a:t>
            </a:r>
            <a:endParaRPr lang="en-US" dirty="0"/>
          </a:p>
        </p:txBody>
      </p:sp>
      <p:sp>
        <p:nvSpPr>
          <p:cNvPr id="2" name="Footer Placeholder 1">
            <a:extLst>
              <a:ext uri="{FF2B5EF4-FFF2-40B4-BE49-F238E27FC236}">
                <a16:creationId xmlns:a16="http://schemas.microsoft.com/office/drawing/2014/main" id="{F7F2CD23-FF0B-8184-9F40-957043412F1C}"/>
              </a:ext>
            </a:extLst>
          </p:cNvPr>
          <p:cNvSpPr>
            <a:spLocks noGrp="1"/>
          </p:cNvSpPr>
          <p:nvPr>
            <p:ph type="ftr" sz="quarter" idx="62"/>
          </p:nvPr>
        </p:nvSpPr>
        <p:spPr/>
        <p:txBody>
          <a:bodyPr>
            <a:noAutofit/>
          </a:bodyPr>
          <a:lstStyle>
            <a:lvl1pPr>
              <a:defRPr>
                <a:solidFill>
                  <a:schemeClr val="accent6"/>
                </a:solidFill>
              </a:defRPr>
            </a:lvl1pPr>
          </a:lstStyle>
          <a:p>
            <a:r>
              <a:rPr lang="en-US"/>
              <a:t>Presentation title</a:t>
            </a:r>
            <a:endParaRPr lang="en-US" dirty="0"/>
          </a:p>
        </p:txBody>
      </p:sp>
      <p:sp>
        <p:nvSpPr>
          <p:cNvPr id="3" name="Slide Number Placeholder 2">
            <a:extLst>
              <a:ext uri="{FF2B5EF4-FFF2-40B4-BE49-F238E27FC236}">
                <a16:creationId xmlns:a16="http://schemas.microsoft.com/office/drawing/2014/main" id="{7876D293-58F2-B8E9-6576-2676F210D7CF}"/>
              </a:ext>
            </a:extLst>
          </p:cNvPr>
          <p:cNvSpPr>
            <a:spLocks noGrp="1"/>
          </p:cNvSpPr>
          <p:nvPr>
            <p:ph type="sldNum" sz="quarter" idx="63"/>
          </p:nvPr>
        </p:nvSpPr>
        <p:spPr/>
        <p:txBody>
          <a:bodyPr>
            <a:noAutofit/>
          </a:bodyPr>
          <a:lstStyle>
            <a:lvl1pPr>
              <a:defRPr>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6933173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 Column">
    <p:spTree>
      <p:nvGrpSpPr>
        <p:cNvPr id="1" name=""/>
        <p:cNvGrpSpPr/>
        <p:nvPr/>
      </p:nvGrpSpPr>
      <p:grpSpPr>
        <a:xfrm>
          <a:off x="0" y="0"/>
          <a:ext cx="0" cy="0"/>
          <a:chOff x="0" y="0"/>
          <a:chExt cx="0" cy="0"/>
        </a:xfrm>
      </p:grpSpPr>
      <p:sp>
        <p:nvSpPr>
          <p:cNvPr id="32" name="Content placeholder 47">
            <a:extLst>
              <a:ext uri="{FF2B5EF4-FFF2-40B4-BE49-F238E27FC236}">
                <a16:creationId xmlns:a16="http://schemas.microsoft.com/office/drawing/2014/main" id="{67FF6BA4-2B1B-4B51-9FE3-A67E3DCC3184}"/>
              </a:ext>
            </a:extLst>
          </p:cNvPr>
          <p:cNvSpPr>
            <a:spLocks noGrp="1"/>
          </p:cNvSpPr>
          <p:nvPr>
            <p:ph type="body" sz="quarter" idx="32" hasCustomPrompt="1"/>
          </p:nvPr>
        </p:nvSpPr>
        <p:spPr>
          <a:xfrm>
            <a:off x="838200" y="2929823"/>
            <a:ext cx="1865376" cy="2464293"/>
          </a:xfrm>
          <a:prstGeom prst="rect">
            <a:avLst/>
          </a:prstGeom>
          <a:ln w="19050">
            <a:solidFill>
              <a:schemeClr val="accent3"/>
            </a:solidFill>
          </a:ln>
        </p:spPr>
        <p:txBody>
          <a:bodyPr tIns="219456">
            <a:noAutofit/>
          </a:bodyPr>
          <a:lstStyle>
            <a:lvl1pPr marL="0" indent="0" algn="ctr">
              <a:lnSpc>
                <a:spcPct val="100000"/>
              </a:lnSpc>
              <a:spcBef>
                <a:spcPts val="0"/>
              </a:spcBef>
              <a:buNone/>
              <a:defRPr sz="15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30" name="Content placeholder 47">
            <a:extLst>
              <a:ext uri="{FF2B5EF4-FFF2-40B4-BE49-F238E27FC236}">
                <a16:creationId xmlns:a16="http://schemas.microsoft.com/office/drawing/2014/main" id="{88E2377A-ED6B-4D69-A9DC-647CB22A5204}"/>
              </a:ext>
            </a:extLst>
          </p:cNvPr>
          <p:cNvSpPr>
            <a:spLocks noGrp="1"/>
          </p:cNvSpPr>
          <p:nvPr>
            <p:ph type="body" sz="quarter" idx="50" hasCustomPrompt="1"/>
          </p:nvPr>
        </p:nvSpPr>
        <p:spPr>
          <a:xfrm>
            <a:off x="3000303" y="2929823"/>
            <a:ext cx="1867186" cy="2471878"/>
          </a:xfrm>
          <a:prstGeom prst="rect">
            <a:avLst/>
          </a:prstGeom>
          <a:ln w="19050">
            <a:solidFill>
              <a:schemeClr val="accent3"/>
            </a:solidFill>
          </a:ln>
        </p:spPr>
        <p:txBody>
          <a:bodyPr tIns="219456">
            <a:noAutofit/>
          </a:bodyPr>
          <a:lstStyle>
            <a:lvl1pPr marL="0" indent="0" algn="ctr">
              <a:lnSpc>
                <a:spcPct val="100000"/>
              </a:lnSpc>
              <a:spcBef>
                <a:spcPts val="0"/>
              </a:spcBef>
              <a:buNone/>
              <a:defRPr sz="15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31" name="Content placeholder 47">
            <a:extLst>
              <a:ext uri="{FF2B5EF4-FFF2-40B4-BE49-F238E27FC236}">
                <a16:creationId xmlns:a16="http://schemas.microsoft.com/office/drawing/2014/main" id="{ECC27D7D-FA65-E93F-3C7E-AADBF7E0CC2C}"/>
              </a:ext>
            </a:extLst>
          </p:cNvPr>
          <p:cNvSpPr>
            <a:spLocks noGrp="1"/>
          </p:cNvSpPr>
          <p:nvPr>
            <p:ph type="body" sz="quarter" idx="51" hasCustomPrompt="1"/>
          </p:nvPr>
        </p:nvSpPr>
        <p:spPr>
          <a:xfrm>
            <a:off x="5164216" y="2929823"/>
            <a:ext cx="1865376" cy="2464293"/>
          </a:xfrm>
          <a:prstGeom prst="rect">
            <a:avLst/>
          </a:prstGeom>
          <a:ln w="19050">
            <a:solidFill>
              <a:schemeClr val="accent3"/>
            </a:solidFill>
          </a:ln>
        </p:spPr>
        <p:txBody>
          <a:bodyPr tIns="219456">
            <a:noAutofit/>
          </a:bodyPr>
          <a:lstStyle>
            <a:lvl1pPr marL="0" indent="0" algn="ctr">
              <a:lnSpc>
                <a:spcPct val="100000"/>
              </a:lnSpc>
              <a:spcBef>
                <a:spcPts val="0"/>
              </a:spcBef>
              <a:buNone/>
              <a:defRPr sz="15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33" name="Content placeholder 47">
            <a:extLst>
              <a:ext uri="{FF2B5EF4-FFF2-40B4-BE49-F238E27FC236}">
                <a16:creationId xmlns:a16="http://schemas.microsoft.com/office/drawing/2014/main" id="{DF5280E4-E86B-9E17-04A1-072A8148C3BD}"/>
              </a:ext>
            </a:extLst>
          </p:cNvPr>
          <p:cNvSpPr>
            <a:spLocks noGrp="1"/>
          </p:cNvSpPr>
          <p:nvPr>
            <p:ph type="body" sz="quarter" idx="52" hasCustomPrompt="1"/>
          </p:nvPr>
        </p:nvSpPr>
        <p:spPr>
          <a:xfrm>
            <a:off x="7326319" y="2929823"/>
            <a:ext cx="1865376" cy="2464293"/>
          </a:xfrm>
          <a:prstGeom prst="rect">
            <a:avLst/>
          </a:prstGeom>
          <a:ln w="19050">
            <a:solidFill>
              <a:schemeClr val="accent3"/>
            </a:solidFill>
          </a:ln>
        </p:spPr>
        <p:txBody>
          <a:bodyPr tIns="219456">
            <a:noAutofit/>
          </a:bodyPr>
          <a:lstStyle>
            <a:lvl1pPr marL="0" indent="0" algn="ctr">
              <a:lnSpc>
                <a:spcPct val="100000"/>
              </a:lnSpc>
              <a:spcBef>
                <a:spcPts val="0"/>
              </a:spcBef>
              <a:buNone/>
              <a:defRPr sz="15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37" name="Content placeholder 47">
            <a:extLst>
              <a:ext uri="{FF2B5EF4-FFF2-40B4-BE49-F238E27FC236}">
                <a16:creationId xmlns:a16="http://schemas.microsoft.com/office/drawing/2014/main" id="{42F4F0D3-AF64-7F92-FF1C-F5D1DC62A388}"/>
              </a:ext>
            </a:extLst>
          </p:cNvPr>
          <p:cNvSpPr>
            <a:spLocks noGrp="1"/>
          </p:cNvSpPr>
          <p:nvPr>
            <p:ph type="body" sz="quarter" idx="53" hasCustomPrompt="1"/>
          </p:nvPr>
        </p:nvSpPr>
        <p:spPr>
          <a:xfrm>
            <a:off x="9488424" y="2929823"/>
            <a:ext cx="1865376" cy="2464293"/>
          </a:xfrm>
          <a:prstGeom prst="rect">
            <a:avLst/>
          </a:prstGeom>
          <a:ln w="19050">
            <a:solidFill>
              <a:schemeClr val="accent3"/>
            </a:solidFill>
          </a:ln>
        </p:spPr>
        <p:txBody>
          <a:bodyPr tIns="219456">
            <a:noAutofit/>
          </a:bodyPr>
          <a:lstStyle>
            <a:lvl1pPr marL="0" indent="0" algn="ctr">
              <a:lnSpc>
                <a:spcPct val="100000"/>
              </a:lnSpc>
              <a:spcBef>
                <a:spcPts val="0"/>
              </a:spcBef>
              <a:buNone/>
              <a:defRPr sz="15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27" name="Content placeholder 47">
            <a:extLst>
              <a:ext uri="{FF2B5EF4-FFF2-40B4-BE49-F238E27FC236}">
                <a16:creationId xmlns:a16="http://schemas.microsoft.com/office/drawing/2014/main" id="{43D089D6-48B5-43AB-A887-EEF910BA9161}"/>
              </a:ext>
            </a:extLst>
          </p:cNvPr>
          <p:cNvSpPr>
            <a:spLocks noGrp="1"/>
          </p:cNvSpPr>
          <p:nvPr>
            <p:ph type="body" sz="quarter" idx="27" hasCustomPrompt="1"/>
          </p:nvPr>
        </p:nvSpPr>
        <p:spPr>
          <a:xfrm>
            <a:off x="838200" y="2067143"/>
            <a:ext cx="1865376" cy="866219"/>
          </a:xfrm>
          <a:prstGeom prst="rect">
            <a:avLst/>
          </a:prstGeom>
          <a:ln w="19050">
            <a:solidFill>
              <a:schemeClr val="accent3"/>
            </a:solidFill>
          </a:ln>
        </p:spPr>
        <p:txBody>
          <a:bodyPr anchor="ctr">
            <a:noAutofit/>
          </a:bodyPr>
          <a:lstStyle>
            <a:lvl1pPr marL="0" indent="0" algn="ctr">
              <a:lnSpc>
                <a:spcPct val="100000"/>
              </a:lnSpc>
              <a:buFontTx/>
              <a:buNone/>
              <a:defRPr sz="1800" b="1" i="0">
                <a:solidFill>
                  <a:schemeClr val="accent6"/>
                </a:solidFill>
                <a:latin typeface="+mn-lt"/>
              </a:defRPr>
            </a:lvl1pPr>
          </a:lstStyle>
          <a:p>
            <a:pPr lvl="0"/>
            <a:r>
              <a:rPr lang="en-US" altLang="zh-CN" dirty="0"/>
              <a:t>Click to edit Master title style</a:t>
            </a:r>
            <a:endParaRPr lang="zh-CN" altLang="en-US" dirty="0"/>
          </a:p>
        </p:txBody>
      </p:sp>
      <p:sp>
        <p:nvSpPr>
          <p:cNvPr id="24" name="Title Placeholder 4">
            <a:extLst>
              <a:ext uri="{FF2B5EF4-FFF2-40B4-BE49-F238E27FC236}">
                <a16:creationId xmlns:a16="http://schemas.microsoft.com/office/drawing/2014/main" id="{69ABDED2-7EB3-3ABE-90D0-E6C00F806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lvl1pPr algn="ctr">
              <a:defRPr>
                <a:solidFill>
                  <a:schemeClr val="accent6"/>
                </a:solidFill>
              </a:defRPr>
            </a:lvl1pPr>
          </a:lstStyle>
          <a:p>
            <a:r>
              <a:rPr lang="en-US"/>
              <a:t>Click to edit Master title style</a:t>
            </a:r>
            <a:endParaRPr lang="en-US" dirty="0"/>
          </a:p>
        </p:txBody>
      </p:sp>
      <p:sp>
        <p:nvSpPr>
          <p:cNvPr id="25" name="Content placeholder 47">
            <a:extLst>
              <a:ext uri="{FF2B5EF4-FFF2-40B4-BE49-F238E27FC236}">
                <a16:creationId xmlns:a16="http://schemas.microsoft.com/office/drawing/2014/main" id="{476A31DC-7395-007C-8BA1-C38E5B289CF5}"/>
              </a:ext>
            </a:extLst>
          </p:cNvPr>
          <p:cNvSpPr>
            <a:spLocks noGrp="1"/>
          </p:cNvSpPr>
          <p:nvPr>
            <p:ph type="body" sz="quarter" idx="46" hasCustomPrompt="1"/>
          </p:nvPr>
        </p:nvSpPr>
        <p:spPr>
          <a:xfrm>
            <a:off x="3000756" y="2067143"/>
            <a:ext cx="1865376" cy="866219"/>
          </a:xfrm>
          <a:prstGeom prst="rect">
            <a:avLst/>
          </a:prstGeom>
          <a:ln w="19050">
            <a:solidFill>
              <a:schemeClr val="accent3"/>
            </a:solidFill>
          </a:ln>
        </p:spPr>
        <p:txBody>
          <a:bodyPr anchor="ctr">
            <a:noAutofit/>
          </a:bodyPr>
          <a:lstStyle>
            <a:lvl1pPr marL="0" indent="0" algn="ctr">
              <a:lnSpc>
                <a:spcPct val="100000"/>
              </a:lnSpc>
              <a:buFontTx/>
              <a:buNone/>
              <a:defRPr sz="1800" b="1" i="0">
                <a:solidFill>
                  <a:schemeClr val="accent6"/>
                </a:solidFill>
                <a:latin typeface="+mn-lt"/>
              </a:defRPr>
            </a:lvl1pPr>
          </a:lstStyle>
          <a:p>
            <a:pPr lvl="0"/>
            <a:r>
              <a:rPr lang="en-US" altLang="zh-CN" dirty="0"/>
              <a:t>Click to edit Master title style</a:t>
            </a:r>
            <a:endParaRPr lang="zh-CN" altLang="en-US" dirty="0"/>
          </a:p>
        </p:txBody>
      </p:sp>
      <p:sp>
        <p:nvSpPr>
          <p:cNvPr id="26" name="Content placeholder 47">
            <a:extLst>
              <a:ext uri="{FF2B5EF4-FFF2-40B4-BE49-F238E27FC236}">
                <a16:creationId xmlns:a16="http://schemas.microsoft.com/office/drawing/2014/main" id="{35CE0786-D87B-DD89-C418-C53C1B7E610B}"/>
              </a:ext>
            </a:extLst>
          </p:cNvPr>
          <p:cNvSpPr>
            <a:spLocks noGrp="1"/>
          </p:cNvSpPr>
          <p:nvPr>
            <p:ph type="body" sz="quarter" idx="47" hasCustomPrompt="1"/>
          </p:nvPr>
        </p:nvSpPr>
        <p:spPr>
          <a:xfrm>
            <a:off x="5163312" y="2067143"/>
            <a:ext cx="1865376" cy="866219"/>
          </a:xfrm>
          <a:prstGeom prst="rect">
            <a:avLst/>
          </a:prstGeom>
          <a:ln w="19050">
            <a:solidFill>
              <a:schemeClr val="accent3"/>
            </a:solidFill>
          </a:ln>
        </p:spPr>
        <p:txBody>
          <a:bodyPr anchor="ctr">
            <a:noAutofit/>
          </a:bodyPr>
          <a:lstStyle>
            <a:lvl1pPr marL="0" indent="0" algn="ctr">
              <a:lnSpc>
                <a:spcPct val="100000"/>
              </a:lnSpc>
              <a:buFontTx/>
              <a:buNone/>
              <a:defRPr sz="1800" b="1" i="0">
                <a:solidFill>
                  <a:schemeClr val="accent6"/>
                </a:solidFill>
                <a:latin typeface="+mn-lt"/>
              </a:defRPr>
            </a:lvl1pPr>
          </a:lstStyle>
          <a:p>
            <a:pPr lvl="0"/>
            <a:r>
              <a:rPr lang="en-US" altLang="zh-CN" dirty="0"/>
              <a:t>Click to edit Master title style</a:t>
            </a:r>
            <a:endParaRPr lang="zh-CN" altLang="en-US" dirty="0"/>
          </a:p>
        </p:txBody>
      </p:sp>
      <p:sp>
        <p:nvSpPr>
          <p:cNvPr id="28" name="Content placeholder 47">
            <a:extLst>
              <a:ext uri="{FF2B5EF4-FFF2-40B4-BE49-F238E27FC236}">
                <a16:creationId xmlns:a16="http://schemas.microsoft.com/office/drawing/2014/main" id="{7C7F2E6C-1DCD-3C6A-4830-5BF230A3AAB2}"/>
              </a:ext>
            </a:extLst>
          </p:cNvPr>
          <p:cNvSpPr>
            <a:spLocks noGrp="1"/>
          </p:cNvSpPr>
          <p:nvPr>
            <p:ph type="body" sz="quarter" idx="48" hasCustomPrompt="1"/>
          </p:nvPr>
        </p:nvSpPr>
        <p:spPr>
          <a:xfrm>
            <a:off x="7325868" y="2067143"/>
            <a:ext cx="1865376" cy="866219"/>
          </a:xfrm>
          <a:prstGeom prst="rect">
            <a:avLst/>
          </a:prstGeom>
          <a:ln w="19050">
            <a:solidFill>
              <a:schemeClr val="accent3"/>
            </a:solidFill>
          </a:ln>
        </p:spPr>
        <p:txBody>
          <a:bodyPr anchor="ctr">
            <a:noAutofit/>
          </a:bodyPr>
          <a:lstStyle>
            <a:lvl1pPr marL="0" indent="0" algn="ctr">
              <a:lnSpc>
                <a:spcPct val="100000"/>
              </a:lnSpc>
              <a:buFontTx/>
              <a:buNone/>
              <a:defRPr sz="1800" b="1" i="0">
                <a:solidFill>
                  <a:schemeClr val="accent6"/>
                </a:solidFill>
                <a:latin typeface="+mn-lt"/>
              </a:defRPr>
            </a:lvl1pPr>
          </a:lstStyle>
          <a:p>
            <a:pPr lvl="0"/>
            <a:r>
              <a:rPr lang="en-US" altLang="zh-CN" dirty="0"/>
              <a:t>Click to edit Master title style</a:t>
            </a:r>
            <a:endParaRPr lang="zh-CN" altLang="en-US" dirty="0"/>
          </a:p>
        </p:txBody>
      </p:sp>
      <p:sp>
        <p:nvSpPr>
          <p:cNvPr id="29" name="Content placeholder 47">
            <a:extLst>
              <a:ext uri="{FF2B5EF4-FFF2-40B4-BE49-F238E27FC236}">
                <a16:creationId xmlns:a16="http://schemas.microsoft.com/office/drawing/2014/main" id="{56A87F6E-D6C5-8903-BC20-313810046034}"/>
              </a:ext>
            </a:extLst>
          </p:cNvPr>
          <p:cNvSpPr>
            <a:spLocks noGrp="1"/>
          </p:cNvSpPr>
          <p:nvPr>
            <p:ph type="body" sz="quarter" idx="49" hasCustomPrompt="1"/>
          </p:nvPr>
        </p:nvSpPr>
        <p:spPr>
          <a:xfrm>
            <a:off x="9488424" y="2067143"/>
            <a:ext cx="1865376" cy="866219"/>
          </a:xfrm>
          <a:prstGeom prst="rect">
            <a:avLst/>
          </a:prstGeom>
          <a:ln w="19050">
            <a:solidFill>
              <a:schemeClr val="accent3"/>
            </a:solidFill>
          </a:ln>
        </p:spPr>
        <p:txBody>
          <a:bodyPr anchor="ctr">
            <a:noAutofit/>
          </a:bodyPr>
          <a:lstStyle>
            <a:lvl1pPr marL="0" indent="0" algn="ctr">
              <a:lnSpc>
                <a:spcPct val="100000"/>
              </a:lnSpc>
              <a:buFontTx/>
              <a:buNone/>
              <a:defRPr sz="1800" b="1" i="0">
                <a:solidFill>
                  <a:schemeClr val="accent6"/>
                </a:solidFill>
                <a:latin typeface="+mn-lt"/>
              </a:defRPr>
            </a:lvl1pPr>
          </a:lstStyle>
          <a:p>
            <a:pPr lvl="0"/>
            <a:r>
              <a:rPr lang="en-US" altLang="zh-CN" dirty="0"/>
              <a:t>Click to edit Master title style</a:t>
            </a:r>
            <a:endParaRPr lang="zh-CN" altLang="en-US" dirty="0"/>
          </a:p>
        </p:txBody>
      </p:sp>
      <p:sp>
        <p:nvSpPr>
          <p:cNvPr id="11" name="Footer Placeholder 10">
            <a:extLst>
              <a:ext uri="{FF2B5EF4-FFF2-40B4-BE49-F238E27FC236}">
                <a16:creationId xmlns:a16="http://schemas.microsoft.com/office/drawing/2014/main" id="{7218367E-FDD8-A1F8-8E0F-A365771B85F7}"/>
              </a:ext>
            </a:extLst>
          </p:cNvPr>
          <p:cNvSpPr>
            <a:spLocks noGrp="1"/>
          </p:cNvSpPr>
          <p:nvPr>
            <p:ph type="ftr" sz="quarter" idx="54"/>
          </p:nvPr>
        </p:nvSpPr>
        <p:spPr/>
        <p:txBody>
          <a:bodyPr>
            <a:noAutofit/>
          </a:bodyPr>
          <a:lstStyle/>
          <a:p>
            <a:r>
              <a:rPr lang="en-US" noProof="0"/>
              <a:t>Presentation title</a:t>
            </a:r>
            <a:endParaRPr lang="en-US" noProof="0" dirty="0"/>
          </a:p>
        </p:txBody>
      </p:sp>
      <p:sp>
        <p:nvSpPr>
          <p:cNvPr id="12" name="Slide Number Placeholder 11">
            <a:extLst>
              <a:ext uri="{FF2B5EF4-FFF2-40B4-BE49-F238E27FC236}">
                <a16:creationId xmlns:a16="http://schemas.microsoft.com/office/drawing/2014/main" id="{77ECE300-0AB8-85A0-D4D3-B948DDA7B00F}"/>
              </a:ext>
            </a:extLst>
          </p:cNvPr>
          <p:cNvSpPr>
            <a:spLocks noGrp="1"/>
          </p:cNvSpPr>
          <p:nvPr>
            <p:ph type="sldNum" sz="quarter" idx="55"/>
          </p:nvPr>
        </p:nvSpPr>
        <p:spPr/>
        <p:txBody>
          <a:bodyPr>
            <a:noAutofit/>
          </a:bodyPr>
          <a:lstStyle/>
          <a:p>
            <a:fld id="{47FEACEE-25B4-4A2D-B147-27296E36371D}" type="slidenum">
              <a:rPr lang="en-US" altLang="zh-CN" noProof="0" smtClean="0"/>
              <a:pPr/>
              <a:t>‹#›</a:t>
            </a:fld>
            <a:endParaRPr lang="en-US" altLang="zh-CN" noProof="0" dirty="0"/>
          </a:p>
        </p:txBody>
      </p:sp>
    </p:spTree>
    <p:extLst>
      <p:ext uri="{BB962C8B-B14F-4D97-AF65-F5344CB8AC3E}">
        <p14:creationId xmlns:p14="http://schemas.microsoft.com/office/powerpoint/2010/main" val="26498592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66" name="Freeform: Shape 25">
            <a:extLst>
              <a:ext uri="{FF2B5EF4-FFF2-40B4-BE49-F238E27FC236}">
                <a16:creationId xmlns:a16="http://schemas.microsoft.com/office/drawing/2014/main" id="{D61EE2E4-C5DD-4944-B70C-8F0A3F741A59}"/>
              </a:ext>
            </a:extLst>
          </p:cNvPr>
          <p:cNvSpPr/>
          <p:nvPr userDrawn="1"/>
        </p:nvSpPr>
        <p:spPr>
          <a:xfrm>
            <a:off x="1295508" y="3039919"/>
            <a:ext cx="2375255" cy="273493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cap="flat" cmpd="sng" algn="ctr">
            <a:solidFill>
              <a:schemeClr val="accent3"/>
            </a:solid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67" name="Freeform: Shape 26">
            <a:extLst>
              <a:ext uri="{FF2B5EF4-FFF2-40B4-BE49-F238E27FC236}">
                <a16:creationId xmlns:a16="http://schemas.microsoft.com/office/drawing/2014/main" id="{91FA36A8-94E8-4069-B957-F7145D77BD5F}"/>
              </a:ext>
            </a:extLst>
          </p:cNvPr>
          <p:cNvSpPr/>
          <p:nvPr userDrawn="1"/>
        </p:nvSpPr>
        <p:spPr>
          <a:xfrm>
            <a:off x="3670763" y="1677046"/>
            <a:ext cx="2375255" cy="273493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cap="flat" cmpd="sng" algn="ctr">
            <a:solidFill>
              <a:schemeClr val="accent3"/>
            </a:solid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68" name="Freeform: Shape 27">
            <a:extLst>
              <a:ext uri="{FF2B5EF4-FFF2-40B4-BE49-F238E27FC236}">
                <a16:creationId xmlns:a16="http://schemas.microsoft.com/office/drawing/2014/main" id="{7D38D67C-B6B8-4EB2-BC07-4A8128F44D16}"/>
              </a:ext>
            </a:extLst>
          </p:cNvPr>
          <p:cNvSpPr/>
          <p:nvPr userDrawn="1"/>
        </p:nvSpPr>
        <p:spPr>
          <a:xfrm>
            <a:off x="4865676" y="3722308"/>
            <a:ext cx="2375255" cy="273493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cap="flat" cmpd="sng" algn="ctr">
            <a:solidFill>
              <a:schemeClr val="accent3"/>
            </a:solid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69" name="Freeform: Shape 28">
            <a:extLst>
              <a:ext uri="{FF2B5EF4-FFF2-40B4-BE49-F238E27FC236}">
                <a16:creationId xmlns:a16="http://schemas.microsoft.com/office/drawing/2014/main" id="{6B2E4C8C-D96E-4A66-A3D2-3580DACCF801}"/>
              </a:ext>
            </a:extLst>
          </p:cNvPr>
          <p:cNvSpPr/>
          <p:nvPr userDrawn="1"/>
        </p:nvSpPr>
        <p:spPr>
          <a:xfrm>
            <a:off x="7245668" y="3725411"/>
            <a:ext cx="2375255" cy="273493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cap="flat" cmpd="sng" algn="ctr">
            <a:solidFill>
              <a:schemeClr val="accent3"/>
            </a:solid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70" name="Freeform: Shape 29">
            <a:extLst>
              <a:ext uri="{FF2B5EF4-FFF2-40B4-BE49-F238E27FC236}">
                <a16:creationId xmlns:a16="http://schemas.microsoft.com/office/drawing/2014/main" id="{74E0B8B0-45C7-4733-BBDC-B82F9307E431}"/>
              </a:ext>
            </a:extLst>
          </p:cNvPr>
          <p:cNvSpPr/>
          <p:nvPr userDrawn="1"/>
        </p:nvSpPr>
        <p:spPr>
          <a:xfrm>
            <a:off x="8440729" y="1677046"/>
            <a:ext cx="2375255" cy="2734936"/>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cap="flat" cmpd="sng" algn="ctr">
            <a:solidFill>
              <a:schemeClr val="accent3"/>
            </a:solid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71" name="Freeform: Shape 30">
            <a:extLst>
              <a:ext uri="{FF2B5EF4-FFF2-40B4-BE49-F238E27FC236}">
                <a16:creationId xmlns:a16="http://schemas.microsoft.com/office/drawing/2014/main" id="{F0BBECC2-631C-4C53-A9E8-6C87D48A3B01}"/>
              </a:ext>
            </a:extLst>
          </p:cNvPr>
          <p:cNvSpPr/>
          <p:nvPr userDrawn="1"/>
        </p:nvSpPr>
        <p:spPr>
          <a:xfrm>
            <a:off x="1274779" y="1667026"/>
            <a:ext cx="7152768" cy="2736950"/>
          </a:xfrm>
          <a:custGeom>
            <a:avLst/>
            <a:gdLst>
              <a:gd name="connsiteX0" fmla="*/ 0 w 5958191"/>
              <a:gd name="connsiteY0" fmla="*/ 2052536 h 2733472"/>
              <a:gd name="connsiteX1" fmla="*/ 1186774 w 5958191"/>
              <a:gd name="connsiteY1" fmla="*/ 1361872 h 2733472"/>
              <a:gd name="connsiteX2" fmla="*/ 2368685 w 5958191"/>
              <a:gd name="connsiteY2" fmla="*/ 2057400 h 2733472"/>
              <a:gd name="connsiteX3" fmla="*/ 2378413 w 5958191"/>
              <a:gd name="connsiteY3" fmla="*/ 690664 h 2733472"/>
              <a:gd name="connsiteX4" fmla="*/ 3570051 w 5958191"/>
              <a:gd name="connsiteY4" fmla="*/ 0 h 2733472"/>
              <a:gd name="connsiteX5" fmla="*/ 4761689 w 5958191"/>
              <a:gd name="connsiteY5" fmla="*/ 680936 h 2733472"/>
              <a:gd name="connsiteX6" fmla="*/ 4756825 w 5958191"/>
              <a:gd name="connsiteY6" fmla="*/ 2052536 h 2733472"/>
              <a:gd name="connsiteX7" fmla="*/ 5958191 w 5958191"/>
              <a:gd name="connsiteY7" fmla="*/ 2733472 h 2733472"/>
              <a:gd name="connsiteX8" fmla="*/ 5958191 w 5958191"/>
              <a:gd name="connsiteY8" fmla="*/ 2733472 h 2733472"/>
              <a:gd name="connsiteX0" fmla="*/ 0 w 7159557"/>
              <a:gd name="connsiteY0" fmla="*/ 2052536 h 2733472"/>
              <a:gd name="connsiteX1" fmla="*/ 1186774 w 7159557"/>
              <a:gd name="connsiteY1" fmla="*/ 1361872 h 2733472"/>
              <a:gd name="connsiteX2" fmla="*/ 2368685 w 7159557"/>
              <a:gd name="connsiteY2" fmla="*/ 2057400 h 2733472"/>
              <a:gd name="connsiteX3" fmla="*/ 2378413 w 7159557"/>
              <a:gd name="connsiteY3" fmla="*/ 690664 h 2733472"/>
              <a:gd name="connsiteX4" fmla="*/ 3570051 w 7159557"/>
              <a:gd name="connsiteY4" fmla="*/ 0 h 2733472"/>
              <a:gd name="connsiteX5" fmla="*/ 4761689 w 7159557"/>
              <a:gd name="connsiteY5" fmla="*/ 680936 h 2733472"/>
              <a:gd name="connsiteX6" fmla="*/ 4756825 w 7159557"/>
              <a:gd name="connsiteY6" fmla="*/ 2052536 h 2733472"/>
              <a:gd name="connsiteX7" fmla="*/ 5958191 w 7159557"/>
              <a:gd name="connsiteY7" fmla="*/ 2733472 h 2733472"/>
              <a:gd name="connsiteX8" fmla="*/ 7159557 w 7159557"/>
              <a:gd name="connsiteY8" fmla="*/ 2067128 h 2733472"/>
              <a:gd name="connsiteX0" fmla="*/ 0 w 7164420"/>
              <a:gd name="connsiteY0" fmla="*/ 2052536 h 2733472"/>
              <a:gd name="connsiteX1" fmla="*/ 1186774 w 7164420"/>
              <a:gd name="connsiteY1" fmla="*/ 1361872 h 2733472"/>
              <a:gd name="connsiteX2" fmla="*/ 2368685 w 7164420"/>
              <a:gd name="connsiteY2" fmla="*/ 2057400 h 2733472"/>
              <a:gd name="connsiteX3" fmla="*/ 2378413 w 7164420"/>
              <a:gd name="connsiteY3" fmla="*/ 690664 h 2733472"/>
              <a:gd name="connsiteX4" fmla="*/ 3570051 w 7164420"/>
              <a:gd name="connsiteY4" fmla="*/ 0 h 2733472"/>
              <a:gd name="connsiteX5" fmla="*/ 4761689 w 7164420"/>
              <a:gd name="connsiteY5" fmla="*/ 680936 h 2733472"/>
              <a:gd name="connsiteX6" fmla="*/ 4756825 w 7164420"/>
              <a:gd name="connsiteY6" fmla="*/ 2052536 h 2733472"/>
              <a:gd name="connsiteX7" fmla="*/ 5958191 w 7164420"/>
              <a:gd name="connsiteY7" fmla="*/ 2733472 h 2733472"/>
              <a:gd name="connsiteX8" fmla="*/ 7164420 w 7164420"/>
              <a:gd name="connsiteY8" fmla="*/ 2062264 h 2733472"/>
              <a:gd name="connsiteX0" fmla="*/ 0 w 7164420"/>
              <a:gd name="connsiteY0" fmla="*/ 2052536 h 2733472"/>
              <a:gd name="connsiteX1" fmla="*/ 1186774 w 7164420"/>
              <a:gd name="connsiteY1" fmla="*/ 1361872 h 2733472"/>
              <a:gd name="connsiteX2" fmla="*/ 2368685 w 7164420"/>
              <a:gd name="connsiteY2" fmla="*/ 2057400 h 2733472"/>
              <a:gd name="connsiteX3" fmla="*/ 2378413 w 7164420"/>
              <a:gd name="connsiteY3" fmla="*/ 690664 h 2733472"/>
              <a:gd name="connsiteX4" fmla="*/ 3570051 w 7164420"/>
              <a:gd name="connsiteY4" fmla="*/ 0 h 2733472"/>
              <a:gd name="connsiteX5" fmla="*/ 4761689 w 7164420"/>
              <a:gd name="connsiteY5" fmla="*/ 680936 h 2733472"/>
              <a:gd name="connsiteX6" fmla="*/ 4756825 w 7164420"/>
              <a:gd name="connsiteY6" fmla="*/ 2052536 h 2733472"/>
              <a:gd name="connsiteX7" fmla="*/ 5958191 w 7164420"/>
              <a:gd name="connsiteY7" fmla="*/ 2733472 h 2733472"/>
              <a:gd name="connsiteX8" fmla="*/ 7164420 w 7164420"/>
              <a:gd name="connsiteY8" fmla="*/ 2057400 h 2733472"/>
              <a:gd name="connsiteX0" fmla="*/ 0 w 7164420"/>
              <a:gd name="connsiteY0" fmla="*/ 2052536 h 2733472"/>
              <a:gd name="connsiteX1" fmla="*/ 1186774 w 7164420"/>
              <a:gd name="connsiteY1" fmla="*/ 1361872 h 2733472"/>
              <a:gd name="connsiteX2" fmla="*/ 2368685 w 7164420"/>
              <a:gd name="connsiteY2" fmla="*/ 2057400 h 2733472"/>
              <a:gd name="connsiteX3" fmla="*/ 2378413 w 7164420"/>
              <a:gd name="connsiteY3" fmla="*/ 690664 h 2733472"/>
              <a:gd name="connsiteX4" fmla="*/ 3570051 w 7164420"/>
              <a:gd name="connsiteY4" fmla="*/ 0 h 2733472"/>
              <a:gd name="connsiteX5" fmla="*/ 4761689 w 7164420"/>
              <a:gd name="connsiteY5" fmla="*/ 680936 h 2733472"/>
              <a:gd name="connsiteX6" fmla="*/ 4756825 w 7164420"/>
              <a:gd name="connsiteY6" fmla="*/ 2052536 h 2733472"/>
              <a:gd name="connsiteX7" fmla="*/ 5958191 w 7164420"/>
              <a:gd name="connsiteY7" fmla="*/ 2733472 h 2733472"/>
              <a:gd name="connsiteX8" fmla="*/ 7164420 w 7164420"/>
              <a:gd name="connsiteY8" fmla="*/ 2052536 h 2733472"/>
              <a:gd name="connsiteX0" fmla="*/ 0 w 7159556"/>
              <a:gd name="connsiteY0" fmla="*/ 2052536 h 2733472"/>
              <a:gd name="connsiteX1" fmla="*/ 1186774 w 7159556"/>
              <a:gd name="connsiteY1" fmla="*/ 1361872 h 2733472"/>
              <a:gd name="connsiteX2" fmla="*/ 2368685 w 7159556"/>
              <a:gd name="connsiteY2" fmla="*/ 2057400 h 2733472"/>
              <a:gd name="connsiteX3" fmla="*/ 2378413 w 7159556"/>
              <a:gd name="connsiteY3" fmla="*/ 690664 h 2733472"/>
              <a:gd name="connsiteX4" fmla="*/ 3570051 w 7159556"/>
              <a:gd name="connsiteY4" fmla="*/ 0 h 2733472"/>
              <a:gd name="connsiteX5" fmla="*/ 4761689 w 7159556"/>
              <a:gd name="connsiteY5" fmla="*/ 680936 h 2733472"/>
              <a:gd name="connsiteX6" fmla="*/ 4756825 w 7159556"/>
              <a:gd name="connsiteY6" fmla="*/ 2052536 h 2733472"/>
              <a:gd name="connsiteX7" fmla="*/ 5958191 w 7159556"/>
              <a:gd name="connsiteY7" fmla="*/ 2733472 h 2733472"/>
              <a:gd name="connsiteX8" fmla="*/ 7159556 w 7159556"/>
              <a:gd name="connsiteY8" fmla="*/ 2052536 h 2733472"/>
              <a:gd name="connsiteX0" fmla="*/ 0 w 7145649"/>
              <a:gd name="connsiteY0" fmla="*/ 2049060 h 2733472"/>
              <a:gd name="connsiteX1" fmla="*/ 1172867 w 7145649"/>
              <a:gd name="connsiteY1" fmla="*/ 1361872 h 2733472"/>
              <a:gd name="connsiteX2" fmla="*/ 2354778 w 7145649"/>
              <a:gd name="connsiteY2" fmla="*/ 2057400 h 2733472"/>
              <a:gd name="connsiteX3" fmla="*/ 2364506 w 7145649"/>
              <a:gd name="connsiteY3" fmla="*/ 690664 h 2733472"/>
              <a:gd name="connsiteX4" fmla="*/ 3556144 w 7145649"/>
              <a:gd name="connsiteY4" fmla="*/ 0 h 2733472"/>
              <a:gd name="connsiteX5" fmla="*/ 4747782 w 7145649"/>
              <a:gd name="connsiteY5" fmla="*/ 680936 h 2733472"/>
              <a:gd name="connsiteX6" fmla="*/ 4742918 w 7145649"/>
              <a:gd name="connsiteY6" fmla="*/ 2052536 h 2733472"/>
              <a:gd name="connsiteX7" fmla="*/ 5944284 w 7145649"/>
              <a:gd name="connsiteY7" fmla="*/ 2733472 h 2733472"/>
              <a:gd name="connsiteX8" fmla="*/ 7145649 w 7145649"/>
              <a:gd name="connsiteY8" fmla="*/ 2052536 h 2733472"/>
              <a:gd name="connsiteX0" fmla="*/ 0 w 7156079"/>
              <a:gd name="connsiteY0" fmla="*/ 2035152 h 2733472"/>
              <a:gd name="connsiteX1" fmla="*/ 1183297 w 7156079"/>
              <a:gd name="connsiteY1" fmla="*/ 1361872 h 2733472"/>
              <a:gd name="connsiteX2" fmla="*/ 2365208 w 7156079"/>
              <a:gd name="connsiteY2" fmla="*/ 2057400 h 2733472"/>
              <a:gd name="connsiteX3" fmla="*/ 2374936 w 7156079"/>
              <a:gd name="connsiteY3" fmla="*/ 690664 h 2733472"/>
              <a:gd name="connsiteX4" fmla="*/ 3566574 w 7156079"/>
              <a:gd name="connsiteY4" fmla="*/ 0 h 2733472"/>
              <a:gd name="connsiteX5" fmla="*/ 4758212 w 7156079"/>
              <a:gd name="connsiteY5" fmla="*/ 680936 h 2733472"/>
              <a:gd name="connsiteX6" fmla="*/ 4753348 w 7156079"/>
              <a:gd name="connsiteY6" fmla="*/ 2052536 h 2733472"/>
              <a:gd name="connsiteX7" fmla="*/ 5954714 w 7156079"/>
              <a:gd name="connsiteY7" fmla="*/ 2733472 h 2733472"/>
              <a:gd name="connsiteX8" fmla="*/ 7156079 w 7156079"/>
              <a:gd name="connsiteY8" fmla="*/ 2052536 h 2733472"/>
              <a:gd name="connsiteX0" fmla="*/ 0 w 7156079"/>
              <a:gd name="connsiteY0" fmla="*/ 2035152 h 2733472"/>
              <a:gd name="connsiteX1" fmla="*/ 1183297 w 7156079"/>
              <a:gd name="connsiteY1" fmla="*/ 1344488 h 2733472"/>
              <a:gd name="connsiteX2" fmla="*/ 2365208 w 7156079"/>
              <a:gd name="connsiteY2" fmla="*/ 2057400 h 2733472"/>
              <a:gd name="connsiteX3" fmla="*/ 2374936 w 7156079"/>
              <a:gd name="connsiteY3" fmla="*/ 690664 h 2733472"/>
              <a:gd name="connsiteX4" fmla="*/ 3566574 w 7156079"/>
              <a:gd name="connsiteY4" fmla="*/ 0 h 2733472"/>
              <a:gd name="connsiteX5" fmla="*/ 4758212 w 7156079"/>
              <a:gd name="connsiteY5" fmla="*/ 680936 h 2733472"/>
              <a:gd name="connsiteX6" fmla="*/ 4753348 w 7156079"/>
              <a:gd name="connsiteY6" fmla="*/ 2052536 h 2733472"/>
              <a:gd name="connsiteX7" fmla="*/ 5954714 w 7156079"/>
              <a:gd name="connsiteY7" fmla="*/ 2733472 h 2733472"/>
              <a:gd name="connsiteX8" fmla="*/ 7156079 w 7156079"/>
              <a:gd name="connsiteY8" fmla="*/ 2052536 h 2733472"/>
              <a:gd name="connsiteX0" fmla="*/ 0 w 7156079"/>
              <a:gd name="connsiteY0" fmla="*/ 2035152 h 2733472"/>
              <a:gd name="connsiteX1" fmla="*/ 1183297 w 7156079"/>
              <a:gd name="connsiteY1" fmla="*/ 1344488 h 2733472"/>
              <a:gd name="connsiteX2" fmla="*/ 2361731 w 7156079"/>
              <a:gd name="connsiteY2" fmla="*/ 2029586 h 2733472"/>
              <a:gd name="connsiteX3" fmla="*/ 2374936 w 7156079"/>
              <a:gd name="connsiteY3" fmla="*/ 690664 h 2733472"/>
              <a:gd name="connsiteX4" fmla="*/ 3566574 w 7156079"/>
              <a:gd name="connsiteY4" fmla="*/ 0 h 2733472"/>
              <a:gd name="connsiteX5" fmla="*/ 4758212 w 7156079"/>
              <a:gd name="connsiteY5" fmla="*/ 680936 h 2733472"/>
              <a:gd name="connsiteX6" fmla="*/ 4753348 w 7156079"/>
              <a:gd name="connsiteY6" fmla="*/ 2052536 h 2733472"/>
              <a:gd name="connsiteX7" fmla="*/ 5954714 w 7156079"/>
              <a:gd name="connsiteY7" fmla="*/ 2733472 h 2733472"/>
              <a:gd name="connsiteX8" fmla="*/ 7156079 w 7156079"/>
              <a:gd name="connsiteY8" fmla="*/ 2052536 h 2733472"/>
              <a:gd name="connsiteX0" fmla="*/ 0 w 7156079"/>
              <a:gd name="connsiteY0" fmla="*/ 2035152 h 2733472"/>
              <a:gd name="connsiteX1" fmla="*/ 1183297 w 7156079"/>
              <a:gd name="connsiteY1" fmla="*/ 1344488 h 2733472"/>
              <a:gd name="connsiteX2" fmla="*/ 2382592 w 7156079"/>
              <a:gd name="connsiteY2" fmla="*/ 2033063 h 2733472"/>
              <a:gd name="connsiteX3" fmla="*/ 2374936 w 7156079"/>
              <a:gd name="connsiteY3" fmla="*/ 690664 h 2733472"/>
              <a:gd name="connsiteX4" fmla="*/ 3566574 w 7156079"/>
              <a:gd name="connsiteY4" fmla="*/ 0 h 2733472"/>
              <a:gd name="connsiteX5" fmla="*/ 4758212 w 7156079"/>
              <a:gd name="connsiteY5" fmla="*/ 680936 h 2733472"/>
              <a:gd name="connsiteX6" fmla="*/ 4753348 w 7156079"/>
              <a:gd name="connsiteY6" fmla="*/ 2052536 h 2733472"/>
              <a:gd name="connsiteX7" fmla="*/ 5954714 w 7156079"/>
              <a:gd name="connsiteY7" fmla="*/ 2733472 h 2733472"/>
              <a:gd name="connsiteX8" fmla="*/ 7156079 w 7156079"/>
              <a:gd name="connsiteY8" fmla="*/ 2052536 h 2733472"/>
              <a:gd name="connsiteX0" fmla="*/ 0 w 7156079"/>
              <a:gd name="connsiteY0" fmla="*/ 2035152 h 2733472"/>
              <a:gd name="connsiteX1" fmla="*/ 1183297 w 7156079"/>
              <a:gd name="connsiteY1" fmla="*/ 1344488 h 2733472"/>
              <a:gd name="connsiteX2" fmla="*/ 2372162 w 7156079"/>
              <a:gd name="connsiteY2" fmla="*/ 2026110 h 2733472"/>
              <a:gd name="connsiteX3" fmla="*/ 2374936 w 7156079"/>
              <a:gd name="connsiteY3" fmla="*/ 690664 h 2733472"/>
              <a:gd name="connsiteX4" fmla="*/ 3566574 w 7156079"/>
              <a:gd name="connsiteY4" fmla="*/ 0 h 2733472"/>
              <a:gd name="connsiteX5" fmla="*/ 4758212 w 7156079"/>
              <a:gd name="connsiteY5" fmla="*/ 680936 h 2733472"/>
              <a:gd name="connsiteX6" fmla="*/ 4753348 w 7156079"/>
              <a:gd name="connsiteY6" fmla="*/ 2052536 h 2733472"/>
              <a:gd name="connsiteX7" fmla="*/ 5954714 w 7156079"/>
              <a:gd name="connsiteY7" fmla="*/ 2733472 h 2733472"/>
              <a:gd name="connsiteX8" fmla="*/ 7156079 w 7156079"/>
              <a:gd name="connsiteY8" fmla="*/ 2052536 h 2733472"/>
              <a:gd name="connsiteX0" fmla="*/ 0 w 7156079"/>
              <a:gd name="connsiteY0" fmla="*/ 2062966 h 2761286"/>
              <a:gd name="connsiteX1" fmla="*/ 1183297 w 7156079"/>
              <a:gd name="connsiteY1" fmla="*/ 1372302 h 2761286"/>
              <a:gd name="connsiteX2" fmla="*/ 2372162 w 7156079"/>
              <a:gd name="connsiteY2" fmla="*/ 2053924 h 2761286"/>
              <a:gd name="connsiteX3" fmla="*/ 2374936 w 7156079"/>
              <a:gd name="connsiteY3" fmla="*/ 718478 h 2761286"/>
              <a:gd name="connsiteX4" fmla="*/ 3577004 w 7156079"/>
              <a:gd name="connsiteY4" fmla="*/ 0 h 2761286"/>
              <a:gd name="connsiteX5" fmla="*/ 4758212 w 7156079"/>
              <a:gd name="connsiteY5" fmla="*/ 708750 h 2761286"/>
              <a:gd name="connsiteX6" fmla="*/ 4753348 w 7156079"/>
              <a:gd name="connsiteY6" fmla="*/ 2080350 h 2761286"/>
              <a:gd name="connsiteX7" fmla="*/ 5954714 w 7156079"/>
              <a:gd name="connsiteY7" fmla="*/ 2761286 h 2761286"/>
              <a:gd name="connsiteX8" fmla="*/ 7156079 w 7156079"/>
              <a:gd name="connsiteY8" fmla="*/ 2080350 h 2761286"/>
              <a:gd name="connsiteX0" fmla="*/ 0 w 7156079"/>
              <a:gd name="connsiteY0" fmla="*/ 2062966 h 2761286"/>
              <a:gd name="connsiteX1" fmla="*/ 1183297 w 7156079"/>
              <a:gd name="connsiteY1" fmla="*/ 1372302 h 2761286"/>
              <a:gd name="connsiteX2" fmla="*/ 2372162 w 7156079"/>
              <a:gd name="connsiteY2" fmla="*/ 2053924 h 2761286"/>
              <a:gd name="connsiteX3" fmla="*/ 2371460 w 7156079"/>
              <a:gd name="connsiteY3" fmla="*/ 708048 h 2761286"/>
              <a:gd name="connsiteX4" fmla="*/ 3577004 w 7156079"/>
              <a:gd name="connsiteY4" fmla="*/ 0 h 2761286"/>
              <a:gd name="connsiteX5" fmla="*/ 4758212 w 7156079"/>
              <a:gd name="connsiteY5" fmla="*/ 708750 h 2761286"/>
              <a:gd name="connsiteX6" fmla="*/ 4753348 w 7156079"/>
              <a:gd name="connsiteY6" fmla="*/ 2080350 h 2761286"/>
              <a:gd name="connsiteX7" fmla="*/ 5954714 w 7156079"/>
              <a:gd name="connsiteY7" fmla="*/ 2761286 h 2761286"/>
              <a:gd name="connsiteX8" fmla="*/ 7156079 w 7156079"/>
              <a:gd name="connsiteY8" fmla="*/ 2080350 h 2761286"/>
              <a:gd name="connsiteX0" fmla="*/ 0 w 7156079"/>
              <a:gd name="connsiteY0" fmla="*/ 2035152 h 2733472"/>
              <a:gd name="connsiteX1" fmla="*/ 1183297 w 7156079"/>
              <a:gd name="connsiteY1" fmla="*/ 1344488 h 2733472"/>
              <a:gd name="connsiteX2" fmla="*/ 2372162 w 7156079"/>
              <a:gd name="connsiteY2" fmla="*/ 2026110 h 2733472"/>
              <a:gd name="connsiteX3" fmla="*/ 2371460 w 7156079"/>
              <a:gd name="connsiteY3" fmla="*/ 680234 h 2733472"/>
              <a:gd name="connsiteX4" fmla="*/ 3573527 w 7156079"/>
              <a:gd name="connsiteY4" fmla="*/ 0 h 2733472"/>
              <a:gd name="connsiteX5" fmla="*/ 4758212 w 7156079"/>
              <a:gd name="connsiteY5" fmla="*/ 680936 h 2733472"/>
              <a:gd name="connsiteX6" fmla="*/ 4753348 w 7156079"/>
              <a:gd name="connsiteY6" fmla="*/ 2052536 h 2733472"/>
              <a:gd name="connsiteX7" fmla="*/ 5954714 w 7156079"/>
              <a:gd name="connsiteY7" fmla="*/ 2733472 h 2733472"/>
              <a:gd name="connsiteX8" fmla="*/ 7156079 w 7156079"/>
              <a:gd name="connsiteY8" fmla="*/ 2052536 h 2733472"/>
              <a:gd name="connsiteX0" fmla="*/ 0 w 7156079"/>
              <a:gd name="connsiteY0" fmla="*/ 2062967 h 2761287"/>
              <a:gd name="connsiteX1" fmla="*/ 1183297 w 7156079"/>
              <a:gd name="connsiteY1" fmla="*/ 1372303 h 2761287"/>
              <a:gd name="connsiteX2" fmla="*/ 2372162 w 7156079"/>
              <a:gd name="connsiteY2" fmla="*/ 2053925 h 2761287"/>
              <a:gd name="connsiteX3" fmla="*/ 2371460 w 7156079"/>
              <a:gd name="connsiteY3" fmla="*/ 708049 h 2761287"/>
              <a:gd name="connsiteX4" fmla="*/ 3563096 w 7156079"/>
              <a:gd name="connsiteY4" fmla="*/ 0 h 2761287"/>
              <a:gd name="connsiteX5" fmla="*/ 4758212 w 7156079"/>
              <a:gd name="connsiteY5" fmla="*/ 708751 h 2761287"/>
              <a:gd name="connsiteX6" fmla="*/ 4753348 w 7156079"/>
              <a:gd name="connsiteY6" fmla="*/ 2080351 h 2761287"/>
              <a:gd name="connsiteX7" fmla="*/ 5954714 w 7156079"/>
              <a:gd name="connsiteY7" fmla="*/ 2761287 h 2761287"/>
              <a:gd name="connsiteX8" fmla="*/ 7156079 w 7156079"/>
              <a:gd name="connsiteY8" fmla="*/ 2080351 h 2761287"/>
              <a:gd name="connsiteX0" fmla="*/ 0 w 7156079"/>
              <a:gd name="connsiteY0" fmla="*/ 2045583 h 2743903"/>
              <a:gd name="connsiteX1" fmla="*/ 1183297 w 7156079"/>
              <a:gd name="connsiteY1" fmla="*/ 1354919 h 2743903"/>
              <a:gd name="connsiteX2" fmla="*/ 2372162 w 7156079"/>
              <a:gd name="connsiteY2" fmla="*/ 2036541 h 2743903"/>
              <a:gd name="connsiteX3" fmla="*/ 2371460 w 7156079"/>
              <a:gd name="connsiteY3" fmla="*/ 690665 h 2743903"/>
              <a:gd name="connsiteX4" fmla="*/ 3563096 w 7156079"/>
              <a:gd name="connsiteY4" fmla="*/ 0 h 2743903"/>
              <a:gd name="connsiteX5" fmla="*/ 4758212 w 7156079"/>
              <a:gd name="connsiteY5" fmla="*/ 691367 h 2743903"/>
              <a:gd name="connsiteX6" fmla="*/ 4753348 w 7156079"/>
              <a:gd name="connsiteY6" fmla="*/ 2062967 h 2743903"/>
              <a:gd name="connsiteX7" fmla="*/ 5954714 w 7156079"/>
              <a:gd name="connsiteY7" fmla="*/ 2743903 h 2743903"/>
              <a:gd name="connsiteX8" fmla="*/ 7156079 w 7156079"/>
              <a:gd name="connsiteY8" fmla="*/ 2062967 h 2743903"/>
              <a:gd name="connsiteX0" fmla="*/ 0 w 7156079"/>
              <a:gd name="connsiteY0" fmla="*/ 2052537 h 2750857"/>
              <a:gd name="connsiteX1" fmla="*/ 1183297 w 7156079"/>
              <a:gd name="connsiteY1" fmla="*/ 1361873 h 2750857"/>
              <a:gd name="connsiteX2" fmla="*/ 2372162 w 7156079"/>
              <a:gd name="connsiteY2" fmla="*/ 2043495 h 2750857"/>
              <a:gd name="connsiteX3" fmla="*/ 2371460 w 7156079"/>
              <a:gd name="connsiteY3" fmla="*/ 697619 h 2750857"/>
              <a:gd name="connsiteX4" fmla="*/ 3559620 w 7156079"/>
              <a:gd name="connsiteY4" fmla="*/ 0 h 2750857"/>
              <a:gd name="connsiteX5" fmla="*/ 4758212 w 7156079"/>
              <a:gd name="connsiteY5" fmla="*/ 698321 h 2750857"/>
              <a:gd name="connsiteX6" fmla="*/ 4753348 w 7156079"/>
              <a:gd name="connsiteY6" fmla="*/ 2069921 h 2750857"/>
              <a:gd name="connsiteX7" fmla="*/ 5954714 w 7156079"/>
              <a:gd name="connsiteY7" fmla="*/ 2750857 h 2750857"/>
              <a:gd name="connsiteX8" fmla="*/ 7156079 w 7156079"/>
              <a:gd name="connsiteY8" fmla="*/ 2069921 h 2750857"/>
              <a:gd name="connsiteX0" fmla="*/ 0 w 7156079"/>
              <a:gd name="connsiteY0" fmla="*/ 2052537 h 2750857"/>
              <a:gd name="connsiteX1" fmla="*/ 1183297 w 7156079"/>
              <a:gd name="connsiteY1" fmla="*/ 1361873 h 2750857"/>
              <a:gd name="connsiteX2" fmla="*/ 2372162 w 7156079"/>
              <a:gd name="connsiteY2" fmla="*/ 2043495 h 2750857"/>
              <a:gd name="connsiteX3" fmla="*/ 2371460 w 7156079"/>
              <a:gd name="connsiteY3" fmla="*/ 697619 h 2750857"/>
              <a:gd name="connsiteX4" fmla="*/ 3559620 w 7156079"/>
              <a:gd name="connsiteY4" fmla="*/ 0 h 2750857"/>
              <a:gd name="connsiteX5" fmla="*/ 4751259 w 7156079"/>
              <a:gd name="connsiteY5" fmla="*/ 698321 h 2750857"/>
              <a:gd name="connsiteX6" fmla="*/ 4753348 w 7156079"/>
              <a:gd name="connsiteY6" fmla="*/ 2069921 h 2750857"/>
              <a:gd name="connsiteX7" fmla="*/ 5954714 w 7156079"/>
              <a:gd name="connsiteY7" fmla="*/ 2750857 h 2750857"/>
              <a:gd name="connsiteX8" fmla="*/ 7156079 w 7156079"/>
              <a:gd name="connsiteY8" fmla="*/ 2069921 h 2750857"/>
              <a:gd name="connsiteX0" fmla="*/ 0 w 7156079"/>
              <a:gd name="connsiteY0" fmla="*/ 2052537 h 2750857"/>
              <a:gd name="connsiteX1" fmla="*/ 1183297 w 7156079"/>
              <a:gd name="connsiteY1" fmla="*/ 1361873 h 2750857"/>
              <a:gd name="connsiteX2" fmla="*/ 2372162 w 7156079"/>
              <a:gd name="connsiteY2" fmla="*/ 2043495 h 2750857"/>
              <a:gd name="connsiteX3" fmla="*/ 2371460 w 7156079"/>
              <a:gd name="connsiteY3" fmla="*/ 697619 h 2750857"/>
              <a:gd name="connsiteX4" fmla="*/ 3559620 w 7156079"/>
              <a:gd name="connsiteY4" fmla="*/ 0 h 2750857"/>
              <a:gd name="connsiteX5" fmla="*/ 4751259 w 7156079"/>
              <a:gd name="connsiteY5" fmla="*/ 698321 h 2750857"/>
              <a:gd name="connsiteX6" fmla="*/ 4742917 w 7156079"/>
              <a:gd name="connsiteY6" fmla="*/ 2062967 h 2750857"/>
              <a:gd name="connsiteX7" fmla="*/ 5954714 w 7156079"/>
              <a:gd name="connsiteY7" fmla="*/ 2750857 h 2750857"/>
              <a:gd name="connsiteX8" fmla="*/ 7156079 w 7156079"/>
              <a:gd name="connsiteY8" fmla="*/ 2069921 h 2750857"/>
              <a:gd name="connsiteX0" fmla="*/ 0 w 7156079"/>
              <a:gd name="connsiteY0" fmla="*/ 2052537 h 2736950"/>
              <a:gd name="connsiteX1" fmla="*/ 1183297 w 7156079"/>
              <a:gd name="connsiteY1" fmla="*/ 1361873 h 2736950"/>
              <a:gd name="connsiteX2" fmla="*/ 2372162 w 7156079"/>
              <a:gd name="connsiteY2" fmla="*/ 2043495 h 2736950"/>
              <a:gd name="connsiteX3" fmla="*/ 2371460 w 7156079"/>
              <a:gd name="connsiteY3" fmla="*/ 697619 h 2736950"/>
              <a:gd name="connsiteX4" fmla="*/ 3559620 w 7156079"/>
              <a:gd name="connsiteY4" fmla="*/ 0 h 2736950"/>
              <a:gd name="connsiteX5" fmla="*/ 4751259 w 7156079"/>
              <a:gd name="connsiteY5" fmla="*/ 698321 h 2736950"/>
              <a:gd name="connsiteX6" fmla="*/ 4742917 w 7156079"/>
              <a:gd name="connsiteY6" fmla="*/ 2062967 h 2736950"/>
              <a:gd name="connsiteX7" fmla="*/ 5954714 w 7156079"/>
              <a:gd name="connsiteY7" fmla="*/ 2736950 h 2736950"/>
              <a:gd name="connsiteX8" fmla="*/ 7156079 w 7156079"/>
              <a:gd name="connsiteY8" fmla="*/ 2069921 h 2736950"/>
              <a:gd name="connsiteX0" fmla="*/ 0 w 7156079"/>
              <a:gd name="connsiteY0" fmla="*/ 2052537 h 2736950"/>
              <a:gd name="connsiteX1" fmla="*/ 1183297 w 7156079"/>
              <a:gd name="connsiteY1" fmla="*/ 1361873 h 2736950"/>
              <a:gd name="connsiteX2" fmla="*/ 2372162 w 7156079"/>
              <a:gd name="connsiteY2" fmla="*/ 2043495 h 2736950"/>
              <a:gd name="connsiteX3" fmla="*/ 2371460 w 7156079"/>
              <a:gd name="connsiteY3" fmla="*/ 697619 h 2736950"/>
              <a:gd name="connsiteX4" fmla="*/ 3559620 w 7156079"/>
              <a:gd name="connsiteY4" fmla="*/ 0 h 2736950"/>
              <a:gd name="connsiteX5" fmla="*/ 4751259 w 7156079"/>
              <a:gd name="connsiteY5" fmla="*/ 698321 h 2736950"/>
              <a:gd name="connsiteX6" fmla="*/ 4760301 w 7156079"/>
              <a:gd name="connsiteY6" fmla="*/ 2052536 h 2736950"/>
              <a:gd name="connsiteX7" fmla="*/ 5954714 w 7156079"/>
              <a:gd name="connsiteY7" fmla="*/ 2736950 h 2736950"/>
              <a:gd name="connsiteX8" fmla="*/ 7156079 w 7156079"/>
              <a:gd name="connsiteY8" fmla="*/ 2069921 h 2736950"/>
              <a:gd name="connsiteX0" fmla="*/ 0 w 7156079"/>
              <a:gd name="connsiteY0" fmla="*/ 2052537 h 2736950"/>
              <a:gd name="connsiteX1" fmla="*/ 1183297 w 7156079"/>
              <a:gd name="connsiteY1" fmla="*/ 1361873 h 2736950"/>
              <a:gd name="connsiteX2" fmla="*/ 2372162 w 7156079"/>
              <a:gd name="connsiteY2" fmla="*/ 2043495 h 2736950"/>
              <a:gd name="connsiteX3" fmla="*/ 2371460 w 7156079"/>
              <a:gd name="connsiteY3" fmla="*/ 697619 h 2736950"/>
              <a:gd name="connsiteX4" fmla="*/ 3559620 w 7156079"/>
              <a:gd name="connsiteY4" fmla="*/ 0 h 2736950"/>
              <a:gd name="connsiteX5" fmla="*/ 4751259 w 7156079"/>
              <a:gd name="connsiteY5" fmla="*/ 698321 h 2736950"/>
              <a:gd name="connsiteX6" fmla="*/ 4742917 w 7156079"/>
              <a:gd name="connsiteY6" fmla="*/ 2052536 h 2736950"/>
              <a:gd name="connsiteX7" fmla="*/ 5954714 w 7156079"/>
              <a:gd name="connsiteY7" fmla="*/ 2736950 h 2736950"/>
              <a:gd name="connsiteX8" fmla="*/ 7156079 w 7156079"/>
              <a:gd name="connsiteY8" fmla="*/ 2069921 h 2736950"/>
              <a:gd name="connsiteX0" fmla="*/ 0 w 7135218"/>
              <a:gd name="connsiteY0" fmla="*/ 2052537 h 2736950"/>
              <a:gd name="connsiteX1" fmla="*/ 1183297 w 7135218"/>
              <a:gd name="connsiteY1" fmla="*/ 1361873 h 2736950"/>
              <a:gd name="connsiteX2" fmla="*/ 2372162 w 7135218"/>
              <a:gd name="connsiteY2" fmla="*/ 2043495 h 2736950"/>
              <a:gd name="connsiteX3" fmla="*/ 2371460 w 7135218"/>
              <a:gd name="connsiteY3" fmla="*/ 697619 h 2736950"/>
              <a:gd name="connsiteX4" fmla="*/ 3559620 w 7135218"/>
              <a:gd name="connsiteY4" fmla="*/ 0 h 2736950"/>
              <a:gd name="connsiteX5" fmla="*/ 4751259 w 7135218"/>
              <a:gd name="connsiteY5" fmla="*/ 698321 h 2736950"/>
              <a:gd name="connsiteX6" fmla="*/ 4742917 w 7135218"/>
              <a:gd name="connsiteY6" fmla="*/ 2052536 h 2736950"/>
              <a:gd name="connsiteX7" fmla="*/ 5954714 w 7135218"/>
              <a:gd name="connsiteY7" fmla="*/ 2736950 h 2736950"/>
              <a:gd name="connsiteX8" fmla="*/ 7135218 w 7135218"/>
              <a:gd name="connsiteY8" fmla="*/ 2056014 h 2736950"/>
              <a:gd name="connsiteX0" fmla="*/ 0 w 7124788"/>
              <a:gd name="connsiteY0" fmla="*/ 2052537 h 2736950"/>
              <a:gd name="connsiteX1" fmla="*/ 1183297 w 7124788"/>
              <a:gd name="connsiteY1" fmla="*/ 1361873 h 2736950"/>
              <a:gd name="connsiteX2" fmla="*/ 2372162 w 7124788"/>
              <a:gd name="connsiteY2" fmla="*/ 2043495 h 2736950"/>
              <a:gd name="connsiteX3" fmla="*/ 2371460 w 7124788"/>
              <a:gd name="connsiteY3" fmla="*/ 697619 h 2736950"/>
              <a:gd name="connsiteX4" fmla="*/ 3559620 w 7124788"/>
              <a:gd name="connsiteY4" fmla="*/ 0 h 2736950"/>
              <a:gd name="connsiteX5" fmla="*/ 4751259 w 7124788"/>
              <a:gd name="connsiteY5" fmla="*/ 698321 h 2736950"/>
              <a:gd name="connsiteX6" fmla="*/ 4742917 w 7124788"/>
              <a:gd name="connsiteY6" fmla="*/ 2052536 h 2736950"/>
              <a:gd name="connsiteX7" fmla="*/ 5954714 w 7124788"/>
              <a:gd name="connsiteY7" fmla="*/ 2736950 h 2736950"/>
              <a:gd name="connsiteX8" fmla="*/ 7124788 w 7124788"/>
              <a:gd name="connsiteY8" fmla="*/ 2045583 h 2736950"/>
              <a:gd name="connsiteX0" fmla="*/ 0 w 7135218"/>
              <a:gd name="connsiteY0" fmla="*/ 2052537 h 2736950"/>
              <a:gd name="connsiteX1" fmla="*/ 1183297 w 7135218"/>
              <a:gd name="connsiteY1" fmla="*/ 1361873 h 2736950"/>
              <a:gd name="connsiteX2" fmla="*/ 2372162 w 7135218"/>
              <a:gd name="connsiteY2" fmla="*/ 2043495 h 2736950"/>
              <a:gd name="connsiteX3" fmla="*/ 2371460 w 7135218"/>
              <a:gd name="connsiteY3" fmla="*/ 697619 h 2736950"/>
              <a:gd name="connsiteX4" fmla="*/ 3559620 w 7135218"/>
              <a:gd name="connsiteY4" fmla="*/ 0 h 2736950"/>
              <a:gd name="connsiteX5" fmla="*/ 4751259 w 7135218"/>
              <a:gd name="connsiteY5" fmla="*/ 698321 h 2736950"/>
              <a:gd name="connsiteX6" fmla="*/ 4742917 w 7135218"/>
              <a:gd name="connsiteY6" fmla="*/ 2052536 h 2736950"/>
              <a:gd name="connsiteX7" fmla="*/ 5954714 w 7135218"/>
              <a:gd name="connsiteY7" fmla="*/ 2736950 h 2736950"/>
              <a:gd name="connsiteX8" fmla="*/ 7135218 w 7135218"/>
              <a:gd name="connsiteY8" fmla="*/ 2052536 h 2736950"/>
              <a:gd name="connsiteX0" fmla="*/ 0 w 7135218"/>
              <a:gd name="connsiteY0" fmla="*/ 2052537 h 2736950"/>
              <a:gd name="connsiteX1" fmla="*/ 1183297 w 7135218"/>
              <a:gd name="connsiteY1" fmla="*/ 1361873 h 2736950"/>
              <a:gd name="connsiteX2" fmla="*/ 2376070 w 7135218"/>
              <a:gd name="connsiteY2" fmla="*/ 2055218 h 2736950"/>
              <a:gd name="connsiteX3" fmla="*/ 2371460 w 7135218"/>
              <a:gd name="connsiteY3" fmla="*/ 697619 h 2736950"/>
              <a:gd name="connsiteX4" fmla="*/ 3559620 w 7135218"/>
              <a:gd name="connsiteY4" fmla="*/ 0 h 2736950"/>
              <a:gd name="connsiteX5" fmla="*/ 4751259 w 7135218"/>
              <a:gd name="connsiteY5" fmla="*/ 698321 h 2736950"/>
              <a:gd name="connsiteX6" fmla="*/ 4742917 w 7135218"/>
              <a:gd name="connsiteY6" fmla="*/ 2052536 h 2736950"/>
              <a:gd name="connsiteX7" fmla="*/ 5954714 w 7135218"/>
              <a:gd name="connsiteY7" fmla="*/ 2736950 h 2736950"/>
              <a:gd name="connsiteX8" fmla="*/ 7135218 w 7135218"/>
              <a:gd name="connsiteY8" fmla="*/ 2052536 h 2736950"/>
              <a:gd name="connsiteX0" fmla="*/ 0 w 7135218"/>
              <a:gd name="connsiteY0" fmla="*/ 2067128 h 2736950"/>
              <a:gd name="connsiteX1" fmla="*/ 1183297 w 7135218"/>
              <a:gd name="connsiteY1" fmla="*/ 1361873 h 2736950"/>
              <a:gd name="connsiteX2" fmla="*/ 2376070 w 7135218"/>
              <a:gd name="connsiteY2" fmla="*/ 2055218 h 2736950"/>
              <a:gd name="connsiteX3" fmla="*/ 2371460 w 7135218"/>
              <a:gd name="connsiteY3" fmla="*/ 697619 h 2736950"/>
              <a:gd name="connsiteX4" fmla="*/ 3559620 w 7135218"/>
              <a:gd name="connsiteY4" fmla="*/ 0 h 2736950"/>
              <a:gd name="connsiteX5" fmla="*/ 4751259 w 7135218"/>
              <a:gd name="connsiteY5" fmla="*/ 698321 h 2736950"/>
              <a:gd name="connsiteX6" fmla="*/ 4742917 w 7135218"/>
              <a:gd name="connsiteY6" fmla="*/ 2052536 h 2736950"/>
              <a:gd name="connsiteX7" fmla="*/ 5954714 w 7135218"/>
              <a:gd name="connsiteY7" fmla="*/ 2736950 h 2736950"/>
              <a:gd name="connsiteX8" fmla="*/ 7135218 w 7135218"/>
              <a:gd name="connsiteY8" fmla="*/ 2052536 h 2736950"/>
              <a:gd name="connsiteX0" fmla="*/ 0 w 7159537"/>
              <a:gd name="connsiteY0" fmla="*/ 2062264 h 2736950"/>
              <a:gd name="connsiteX1" fmla="*/ 1207616 w 7159537"/>
              <a:gd name="connsiteY1" fmla="*/ 1361873 h 2736950"/>
              <a:gd name="connsiteX2" fmla="*/ 2400389 w 7159537"/>
              <a:gd name="connsiteY2" fmla="*/ 2055218 h 2736950"/>
              <a:gd name="connsiteX3" fmla="*/ 2395779 w 7159537"/>
              <a:gd name="connsiteY3" fmla="*/ 697619 h 2736950"/>
              <a:gd name="connsiteX4" fmla="*/ 3583939 w 7159537"/>
              <a:gd name="connsiteY4" fmla="*/ 0 h 2736950"/>
              <a:gd name="connsiteX5" fmla="*/ 4775578 w 7159537"/>
              <a:gd name="connsiteY5" fmla="*/ 698321 h 2736950"/>
              <a:gd name="connsiteX6" fmla="*/ 4767236 w 7159537"/>
              <a:gd name="connsiteY6" fmla="*/ 2052536 h 2736950"/>
              <a:gd name="connsiteX7" fmla="*/ 5979033 w 7159537"/>
              <a:gd name="connsiteY7" fmla="*/ 2736950 h 2736950"/>
              <a:gd name="connsiteX8" fmla="*/ 7159537 w 7159537"/>
              <a:gd name="connsiteY8" fmla="*/ 2052536 h 2736950"/>
              <a:gd name="connsiteX0" fmla="*/ 0 w 7149809"/>
              <a:gd name="connsiteY0" fmla="*/ 2071991 h 2736950"/>
              <a:gd name="connsiteX1" fmla="*/ 1197888 w 7149809"/>
              <a:gd name="connsiteY1" fmla="*/ 1361873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222208 w 7149809"/>
              <a:gd name="connsiteY1" fmla="*/ 1357009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217344 w 7149809"/>
              <a:gd name="connsiteY1" fmla="*/ 137646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217344 w 7149809"/>
              <a:gd name="connsiteY1" fmla="*/ 137646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212480 w 7149809"/>
              <a:gd name="connsiteY1" fmla="*/ 137646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212480 w 7149809"/>
              <a:gd name="connsiteY1" fmla="*/ 137646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194700 w 7149809"/>
              <a:gd name="connsiteY1" fmla="*/ 137138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194700 w 7149809"/>
              <a:gd name="connsiteY1" fmla="*/ 137138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194700 w 7149809"/>
              <a:gd name="connsiteY1" fmla="*/ 137138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194700 w 7149809"/>
              <a:gd name="connsiteY1" fmla="*/ 137138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194700 w 7149809"/>
              <a:gd name="connsiteY1" fmla="*/ 137138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6585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194700 w 7149809"/>
              <a:gd name="connsiteY1" fmla="*/ 137138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5823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194700 w 7149809"/>
              <a:gd name="connsiteY1" fmla="*/ 137138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70930 w 7149809"/>
              <a:gd name="connsiteY5" fmla="*/ 698321 h 2736950"/>
              <a:gd name="connsiteX6" fmla="*/ 4757508 w 7149809"/>
              <a:gd name="connsiteY6" fmla="*/ 2052536 h 2736950"/>
              <a:gd name="connsiteX7" fmla="*/ 5969305 w 7149809"/>
              <a:gd name="connsiteY7" fmla="*/ 2736950 h 2736950"/>
              <a:gd name="connsiteX8" fmla="*/ 7149809 w 7149809"/>
              <a:gd name="connsiteY8" fmla="*/ 2052536 h 2736950"/>
              <a:gd name="connsiteX0" fmla="*/ 0 w 7149809"/>
              <a:gd name="connsiteY0" fmla="*/ 2071991 h 2736950"/>
              <a:gd name="connsiteX1" fmla="*/ 1194700 w 7149809"/>
              <a:gd name="connsiteY1" fmla="*/ 1371385 h 2736950"/>
              <a:gd name="connsiteX2" fmla="*/ 2390661 w 7149809"/>
              <a:gd name="connsiteY2" fmla="*/ 2055218 h 2736950"/>
              <a:gd name="connsiteX3" fmla="*/ 2386051 w 7149809"/>
              <a:gd name="connsiteY3" fmla="*/ 697619 h 2736950"/>
              <a:gd name="connsiteX4" fmla="*/ 3574211 w 7149809"/>
              <a:gd name="connsiteY4" fmla="*/ 0 h 2736950"/>
              <a:gd name="connsiteX5" fmla="*/ 4770930 w 7149809"/>
              <a:gd name="connsiteY5" fmla="*/ 698321 h 2736950"/>
              <a:gd name="connsiteX6" fmla="*/ 4757508 w 7149809"/>
              <a:gd name="connsiteY6" fmla="*/ 2047456 h 2736950"/>
              <a:gd name="connsiteX7" fmla="*/ 5969305 w 7149809"/>
              <a:gd name="connsiteY7" fmla="*/ 2736950 h 2736950"/>
              <a:gd name="connsiteX8" fmla="*/ 7149809 w 7149809"/>
              <a:gd name="connsiteY8" fmla="*/ 2052536 h 2736950"/>
              <a:gd name="connsiteX0" fmla="*/ 0 w 7152768"/>
              <a:gd name="connsiteY0" fmla="*/ 2063113 h 2736950"/>
              <a:gd name="connsiteX1" fmla="*/ 1197659 w 7152768"/>
              <a:gd name="connsiteY1" fmla="*/ 1371385 h 2736950"/>
              <a:gd name="connsiteX2" fmla="*/ 2393620 w 7152768"/>
              <a:gd name="connsiteY2" fmla="*/ 2055218 h 2736950"/>
              <a:gd name="connsiteX3" fmla="*/ 2389010 w 7152768"/>
              <a:gd name="connsiteY3" fmla="*/ 697619 h 2736950"/>
              <a:gd name="connsiteX4" fmla="*/ 3577170 w 7152768"/>
              <a:gd name="connsiteY4" fmla="*/ 0 h 2736950"/>
              <a:gd name="connsiteX5" fmla="*/ 4773889 w 7152768"/>
              <a:gd name="connsiteY5" fmla="*/ 698321 h 2736950"/>
              <a:gd name="connsiteX6" fmla="*/ 4760467 w 7152768"/>
              <a:gd name="connsiteY6" fmla="*/ 2047456 h 2736950"/>
              <a:gd name="connsiteX7" fmla="*/ 5972264 w 7152768"/>
              <a:gd name="connsiteY7" fmla="*/ 2736950 h 2736950"/>
              <a:gd name="connsiteX8" fmla="*/ 7152768 w 7152768"/>
              <a:gd name="connsiteY8" fmla="*/ 2052536 h 2736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152768" h="2736950">
                <a:moveTo>
                  <a:pt x="0" y="2063113"/>
                </a:moveTo>
                <a:cubicBezTo>
                  <a:pt x="405781" y="1831271"/>
                  <a:pt x="752967" y="1616359"/>
                  <a:pt x="1197659" y="1371385"/>
                </a:cubicBezTo>
                <a:lnTo>
                  <a:pt x="2393620" y="2055218"/>
                </a:lnTo>
                <a:cubicBezTo>
                  <a:pt x="2396863" y="1599639"/>
                  <a:pt x="2385767" y="1153198"/>
                  <a:pt x="2389010" y="697619"/>
                </a:cubicBezTo>
                <a:lnTo>
                  <a:pt x="3577170" y="0"/>
                </a:lnTo>
                <a:lnTo>
                  <a:pt x="4773889" y="698321"/>
                </a:lnTo>
                <a:cubicBezTo>
                  <a:pt x="4772268" y="1155521"/>
                  <a:pt x="4762088" y="1590256"/>
                  <a:pt x="4760467" y="2047456"/>
                </a:cubicBezTo>
                <a:lnTo>
                  <a:pt x="5972264" y="2736950"/>
                </a:lnTo>
                <a:lnTo>
                  <a:pt x="7152768" y="2052536"/>
                </a:lnTo>
              </a:path>
            </a:pathLst>
          </a:custGeom>
          <a:noFill/>
          <a:ln w="38100" cap="flat" cmpd="sng" algn="ctr">
            <a:solidFill>
              <a:schemeClr val="accent6">
                <a:lumMod val="10000"/>
                <a:lumOff val="90000"/>
              </a:schemeClr>
            </a:solid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72" name="Freeform: Shape 31">
            <a:extLst>
              <a:ext uri="{FF2B5EF4-FFF2-40B4-BE49-F238E27FC236}">
                <a16:creationId xmlns:a16="http://schemas.microsoft.com/office/drawing/2014/main" id="{274DD645-8640-45D5-9B60-F31EC01D3CC0}"/>
              </a:ext>
            </a:extLst>
          </p:cNvPr>
          <p:cNvSpPr/>
          <p:nvPr userDrawn="1"/>
        </p:nvSpPr>
        <p:spPr>
          <a:xfrm>
            <a:off x="8440979" y="1677475"/>
            <a:ext cx="2373549" cy="2062264"/>
          </a:xfrm>
          <a:custGeom>
            <a:avLst/>
            <a:gdLst>
              <a:gd name="connsiteX0" fmla="*/ 2373549 w 2373549"/>
              <a:gd name="connsiteY0" fmla="*/ 680936 h 2062264"/>
              <a:gd name="connsiteX1" fmla="*/ 1186774 w 2373549"/>
              <a:gd name="connsiteY1" fmla="*/ 0 h 2062264"/>
              <a:gd name="connsiteX2" fmla="*/ 0 w 2373549"/>
              <a:gd name="connsiteY2" fmla="*/ 690664 h 2062264"/>
              <a:gd name="connsiteX3" fmla="*/ 0 w 2373549"/>
              <a:gd name="connsiteY3" fmla="*/ 2062264 h 2062264"/>
            </a:gdLst>
            <a:ahLst/>
            <a:cxnLst>
              <a:cxn ang="0">
                <a:pos x="connsiteX0" y="connsiteY0"/>
              </a:cxn>
              <a:cxn ang="0">
                <a:pos x="connsiteX1" y="connsiteY1"/>
              </a:cxn>
              <a:cxn ang="0">
                <a:pos x="connsiteX2" y="connsiteY2"/>
              </a:cxn>
              <a:cxn ang="0">
                <a:pos x="connsiteX3" y="connsiteY3"/>
              </a:cxn>
            </a:cxnLst>
            <a:rect l="l" t="t" r="r" b="b"/>
            <a:pathLst>
              <a:path w="2373549" h="2062264">
                <a:moveTo>
                  <a:pt x="2373549" y="680936"/>
                </a:moveTo>
                <a:lnTo>
                  <a:pt x="1186774" y="0"/>
                </a:lnTo>
                <a:lnTo>
                  <a:pt x="0" y="690664"/>
                </a:lnTo>
                <a:lnTo>
                  <a:pt x="0" y="2062264"/>
                </a:lnTo>
              </a:path>
            </a:pathLst>
          </a:custGeom>
          <a:noFill/>
          <a:ln w="38100" cap="flat" cmpd="sng" algn="ctr">
            <a:solidFill>
              <a:schemeClr val="accent6">
                <a:lumMod val="10000"/>
                <a:lumOff val="90000"/>
              </a:schemeClr>
            </a:solid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73" name="Freeform: Shape 34">
            <a:extLst>
              <a:ext uri="{FF2B5EF4-FFF2-40B4-BE49-F238E27FC236}">
                <a16:creationId xmlns:a16="http://schemas.microsoft.com/office/drawing/2014/main" id="{71C09F09-7119-47FD-8E60-E4A92C9A3119}"/>
              </a:ext>
            </a:extLst>
          </p:cNvPr>
          <p:cNvSpPr/>
          <p:nvPr userDrawn="1"/>
        </p:nvSpPr>
        <p:spPr>
          <a:xfrm flipH="1">
            <a:off x="10715501" y="2243467"/>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74" name="Freeform: Shape 45">
            <a:extLst>
              <a:ext uri="{FF2B5EF4-FFF2-40B4-BE49-F238E27FC236}">
                <a16:creationId xmlns:a16="http://schemas.microsoft.com/office/drawing/2014/main" id="{E99BCE04-19B9-4541-925F-AC59CF760E7F}"/>
              </a:ext>
            </a:extLst>
          </p:cNvPr>
          <p:cNvSpPr/>
          <p:nvPr userDrawn="1"/>
        </p:nvSpPr>
        <p:spPr>
          <a:xfrm flipH="1">
            <a:off x="9534557" y="1571099"/>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75" name="Freeform: Shape 46">
            <a:extLst>
              <a:ext uri="{FF2B5EF4-FFF2-40B4-BE49-F238E27FC236}">
                <a16:creationId xmlns:a16="http://schemas.microsoft.com/office/drawing/2014/main" id="{F2B610BB-26F6-44A5-B7DB-CEEDCAE916ED}"/>
              </a:ext>
            </a:extLst>
          </p:cNvPr>
          <p:cNvSpPr/>
          <p:nvPr userDrawn="1"/>
        </p:nvSpPr>
        <p:spPr>
          <a:xfrm flipH="1">
            <a:off x="8328171" y="2258376"/>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76" name="Freeform: Shape 47">
            <a:extLst>
              <a:ext uri="{FF2B5EF4-FFF2-40B4-BE49-F238E27FC236}">
                <a16:creationId xmlns:a16="http://schemas.microsoft.com/office/drawing/2014/main" id="{C979636C-DE09-47B7-8972-BAE28DFA91DF}"/>
              </a:ext>
            </a:extLst>
          </p:cNvPr>
          <p:cNvSpPr/>
          <p:nvPr userDrawn="1"/>
        </p:nvSpPr>
        <p:spPr>
          <a:xfrm flipH="1">
            <a:off x="8333460" y="3610854"/>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77" name="Freeform: Shape 48">
            <a:extLst>
              <a:ext uri="{FF2B5EF4-FFF2-40B4-BE49-F238E27FC236}">
                <a16:creationId xmlns:a16="http://schemas.microsoft.com/office/drawing/2014/main" id="{01B12467-C508-4D89-94B3-6D23C6199703}"/>
              </a:ext>
            </a:extLst>
          </p:cNvPr>
          <p:cNvSpPr/>
          <p:nvPr userDrawn="1"/>
        </p:nvSpPr>
        <p:spPr>
          <a:xfrm flipH="1">
            <a:off x="7146016" y="4290860"/>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78" name="Freeform: Shape 49">
            <a:extLst>
              <a:ext uri="{FF2B5EF4-FFF2-40B4-BE49-F238E27FC236}">
                <a16:creationId xmlns:a16="http://schemas.microsoft.com/office/drawing/2014/main" id="{9EA72422-90A8-454F-8133-112CD2B85BEA}"/>
              </a:ext>
            </a:extLst>
          </p:cNvPr>
          <p:cNvSpPr/>
          <p:nvPr userDrawn="1"/>
        </p:nvSpPr>
        <p:spPr>
          <a:xfrm flipH="1">
            <a:off x="5937847" y="3613390"/>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79" name="Freeform: Shape 50">
            <a:extLst>
              <a:ext uri="{FF2B5EF4-FFF2-40B4-BE49-F238E27FC236}">
                <a16:creationId xmlns:a16="http://schemas.microsoft.com/office/drawing/2014/main" id="{3C67727D-D0D9-4CA6-99EE-0B89D465A706}"/>
              </a:ext>
            </a:extLst>
          </p:cNvPr>
          <p:cNvSpPr/>
          <p:nvPr userDrawn="1"/>
        </p:nvSpPr>
        <p:spPr>
          <a:xfrm flipH="1">
            <a:off x="5951993" y="2251300"/>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80" name="Freeform: Shape 51">
            <a:extLst>
              <a:ext uri="{FF2B5EF4-FFF2-40B4-BE49-F238E27FC236}">
                <a16:creationId xmlns:a16="http://schemas.microsoft.com/office/drawing/2014/main" id="{C88A67D0-B01F-4CC8-B248-2CF85911F456}"/>
              </a:ext>
            </a:extLst>
          </p:cNvPr>
          <p:cNvSpPr/>
          <p:nvPr userDrawn="1"/>
        </p:nvSpPr>
        <p:spPr>
          <a:xfrm flipH="1">
            <a:off x="4778156" y="1565771"/>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81" name="Freeform: Shape 52">
            <a:extLst>
              <a:ext uri="{FF2B5EF4-FFF2-40B4-BE49-F238E27FC236}">
                <a16:creationId xmlns:a16="http://schemas.microsoft.com/office/drawing/2014/main" id="{DBF6CA39-E979-4287-833E-20A9B455F7D6}"/>
              </a:ext>
            </a:extLst>
          </p:cNvPr>
          <p:cNvSpPr/>
          <p:nvPr userDrawn="1"/>
        </p:nvSpPr>
        <p:spPr>
          <a:xfrm flipH="1">
            <a:off x="3565843" y="2247823"/>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82" name="Freeform: Shape 53">
            <a:extLst>
              <a:ext uri="{FF2B5EF4-FFF2-40B4-BE49-F238E27FC236}">
                <a16:creationId xmlns:a16="http://schemas.microsoft.com/office/drawing/2014/main" id="{9EAA4E60-7510-4920-A426-5630491CFAC2}"/>
              </a:ext>
            </a:extLst>
          </p:cNvPr>
          <p:cNvSpPr/>
          <p:nvPr userDrawn="1"/>
        </p:nvSpPr>
        <p:spPr>
          <a:xfrm flipH="1">
            <a:off x="3565952" y="3613390"/>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83" name="Freeform: Shape 54">
            <a:extLst>
              <a:ext uri="{FF2B5EF4-FFF2-40B4-BE49-F238E27FC236}">
                <a16:creationId xmlns:a16="http://schemas.microsoft.com/office/drawing/2014/main" id="{322F7ECD-1942-42EE-B5E0-FC1E0206BFFD}"/>
              </a:ext>
            </a:extLst>
          </p:cNvPr>
          <p:cNvSpPr/>
          <p:nvPr userDrawn="1"/>
        </p:nvSpPr>
        <p:spPr>
          <a:xfrm flipH="1">
            <a:off x="2386318" y="2962784"/>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84" name="Freeform: Shape 55">
            <a:extLst>
              <a:ext uri="{FF2B5EF4-FFF2-40B4-BE49-F238E27FC236}">
                <a16:creationId xmlns:a16="http://schemas.microsoft.com/office/drawing/2014/main" id="{2465D6BD-72DA-4C13-97C2-7CF8D7F2F0C4}"/>
              </a:ext>
            </a:extLst>
          </p:cNvPr>
          <p:cNvSpPr/>
          <p:nvPr userDrawn="1"/>
        </p:nvSpPr>
        <p:spPr>
          <a:xfrm flipH="1">
            <a:off x="1190302" y="3612210"/>
            <a:ext cx="204312" cy="236468"/>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85" name="Content placeholder 47" descr="Click icon to add picture">
            <a:extLst>
              <a:ext uri="{FF2B5EF4-FFF2-40B4-BE49-F238E27FC236}">
                <a16:creationId xmlns:a16="http://schemas.microsoft.com/office/drawing/2014/main" id="{E7C6BEEA-1766-44A1-A28D-2E817DBF2267}"/>
              </a:ext>
            </a:extLst>
          </p:cNvPr>
          <p:cNvSpPr>
            <a:spLocks noGrp="1"/>
          </p:cNvSpPr>
          <p:nvPr>
            <p:ph type="body" sz="quarter" idx="27" hasCustomPrompt="1"/>
          </p:nvPr>
        </p:nvSpPr>
        <p:spPr>
          <a:xfrm>
            <a:off x="1507136" y="3865003"/>
            <a:ext cx="1877575" cy="506399"/>
          </a:xfrm>
          <a:prstGeom prst="rect">
            <a:avLst/>
          </a:prstGeom>
        </p:spPr>
        <p:txBody>
          <a:bodyPr anchor="b">
            <a:noAutofit/>
          </a:bodyPr>
          <a:lstStyle>
            <a:lvl1pPr marL="0" indent="0" algn="ctr">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86" name="Content placeholder 47">
            <a:extLst>
              <a:ext uri="{FF2B5EF4-FFF2-40B4-BE49-F238E27FC236}">
                <a16:creationId xmlns:a16="http://schemas.microsoft.com/office/drawing/2014/main" id="{597D4D7A-8D7E-492C-8795-D491CF53B5FA}"/>
              </a:ext>
            </a:extLst>
          </p:cNvPr>
          <p:cNvSpPr>
            <a:spLocks noGrp="1"/>
          </p:cNvSpPr>
          <p:nvPr>
            <p:ph type="body" sz="quarter" idx="28" hasCustomPrompt="1"/>
          </p:nvPr>
        </p:nvSpPr>
        <p:spPr>
          <a:xfrm>
            <a:off x="1507136" y="4447079"/>
            <a:ext cx="1877575" cy="506399"/>
          </a:xfrm>
          <a:prstGeom prst="rect">
            <a:avLst/>
          </a:prstGeom>
        </p:spPr>
        <p:txBody>
          <a:bodyPr>
            <a:noAutofit/>
          </a:bodyPr>
          <a:lstStyle>
            <a:lvl1pPr marL="0" indent="0" algn="ctr">
              <a:lnSpc>
                <a:spcPct val="90000"/>
              </a:lnSpc>
              <a:spcBef>
                <a:spcPts val="0"/>
              </a:spcBef>
              <a:buNone/>
              <a:defRPr lang="en-US" altLang="zh-CN" sz="1400" b="0" kern="1200" dirty="0">
                <a:solidFill>
                  <a:schemeClr val="accent6"/>
                </a:solidFill>
                <a:latin typeface="+mn-lt"/>
                <a:ea typeface="+mj-ea"/>
                <a:cs typeface="+mn-cs"/>
              </a:defRPr>
            </a:lvl1pPr>
            <a:lvl2pPr>
              <a:defRPr sz="1000"/>
            </a:lvl2pPr>
            <a:lvl3pPr>
              <a:defRPr sz="900"/>
            </a:lvl3pPr>
            <a:lvl4pPr>
              <a:defRPr sz="800"/>
            </a:lvl4pPr>
            <a:lvl5pPr>
              <a:defRPr sz="800"/>
            </a:lvl5pPr>
          </a:lstStyle>
          <a:p>
            <a:pPr marL="0" lvl="0" indent="0" algn="ctr" defTabSz="914400" rtl="0" eaLnBrk="1" latinLnBrk="0" hangingPunct="1">
              <a:lnSpc>
                <a:spcPct val="100000"/>
              </a:lnSpc>
              <a:spcBef>
                <a:spcPts val="1000"/>
              </a:spcBef>
              <a:buFont typeface="Arial" panose="020B0604020202020204" pitchFamily="34" charset="0"/>
              <a:buNone/>
            </a:pPr>
            <a:r>
              <a:rPr lang="en-US" altLang="zh-CN" dirty="0"/>
              <a:t>Click to edit Master text styles </a:t>
            </a:r>
          </a:p>
        </p:txBody>
      </p:sp>
      <p:sp>
        <p:nvSpPr>
          <p:cNvPr id="87" name="Content placeholder 47" descr="Click icon to add picture">
            <a:extLst>
              <a:ext uri="{FF2B5EF4-FFF2-40B4-BE49-F238E27FC236}">
                <a16:creationId xmlns:a16="http://schemas.microsoft.com/office/drawing/2014/main" id="{A7396594-2DE7-4DB9-B6B4-92F63F06EFCF}"/>
              </a:ext>
            </a:extLst>
          </p:cNvPr>
          <p:cNvSpPr>
            <a:spLocks noGrp="1"/>
          </p:cNvSpPr>
          <p:nvPr>
            <p:ph type="body" sz="quarter" idx="38" hasCustomPrompt="1"/>
          </p:nvPr>
        </p:nvSpPr>
        <p:spPr>
          <a:xfrm>
            <a:off x="3889942" y="2355643"/>
            <a:ext cx="1877575" cy="506399"/>
          </a:xfrm>
          <a:prstGeom prst="rect">
            <a:avLst/>
          </a:prstGeom>
        </p:spPr>
        <p:txBody>
          <a:bodyPr anchor="b">
            <a:noAutofit/>
          </a:bodyPr>
          <a:lstStyle>
            <a:lvl1pPr marL="0" indent="0" algn="ctr">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88" name="Content placeholder 47">
            <a:extLst>
              <a:ext uri="{FF2B5EF4-FFF2-40B4-BE49-F238E27FC236}">
                <a16:creationId xmlns:a16="http://schemas.microsoft.com/office/drawing/2014/main" id="{CC680CF7-ED60-4FFF-B04E-B24ECDDD3512}"/>
              </a:ext>
            </a:extLst>
          </p:cNvPr>
          <p:cNvSpPr>
            <a:spLocks noGrp="1"/>
          </p:cNvSpPr>
          <p:nvPr>
            <p:ph type="body" sz="quarter" idx="39" hasCustomPrompt="1"/>
          </p:nvPr>
        </p:nvSpPr>
        <p:spPr>
          <a:xfrm>
            <a:off x="3889942" y="2937719"/>
            <a:ext cx="1877575" cy="506399"/>
          </a:xfrm>
          <a:prstGeom prst="rect">
            <a:avLst/>
          </a:prstGeom>
        </p:spPr>
        <p:txBody>
          <a:bodyPr>
            <a:noAutofit/>
          </a:bodyPr>
          <a:lstStyle>
            <a:lvl1pPr marL="0" indent="0" algn="ctr">
              <a:lnSpc>
                <a:spcPct val="90000"/>
              </a:lnSpc>
              <a:buNone/>
              <a:defRPr lang="en-US" altLang="zh-CN" sz="1400" b="0" kern="1200" dirty="0">
                <a:solidFill>
                  <a:schemeClr val="accent6"/>
                </a:solidFill>
                <a:latin typeface="+mn-lt"/>
                <a:ea typeface="+mj-ea"/>
                <a:cs typeface="+mn-cs"/>
              </a:defRPr>
            </a:lvl1pPr>
            <a:lvl2pPr>
              <a:defRPr sz="1000"/>
            </a:lvl2pPr>
            <a:lvl3pPr>
              <a:defRPr sz="900"/>
            </a:lvl3pPr>
            <a:lvl4pPr>
              <a:defRPr sz="800"/>
            </a:lvl4pPr>
            <a:lvl5pPr>
              <a:defRPr sz="800"/>
            </a:lvl5pPr>
          </a:lstStyle>
          <a:p>
            <a:pPr marL="0" lvl="0" indent="0" algn="ctr" defTabSz="914400" rtl="0" eaLnBrk="1" latinLnBrk="0" hangingPunct="1">
              <a:lnSpc>
                <a:spcPct val="100000"/>
              </a:lnSpc>
              <a:spcBef>
                <a:spcPts val="1000"/>
              </a:spcBef>
              <a:buFont typeface="Arial" panose="020B0604020202020204" pitchFamily="34" charset="0"/>
              <a:buNone/>
            </a:pPr>
            <a:r>
              <a:rPr lang="en-US" altLang="zh-CN" dirty="0"/>
              <a:t>Click to edit Master text styles </a:t>
            </a:r>
          </a:p>
        </p:txBody>
      </p:sp>
      <p:sp>
        <p:nvSpPr>
          <p:cNvPr id="89" name="Content placeholder 47" descr="Click icon to add picture">
            <a:extLst>
              <a:ext uri="{FF2B5EF4-FFF2-40B4-BE49-F238E27FC236}">
                <a16:creationId xmlns:a16="http://schemas.microsoft.com/office/drawing/2014/main" id="{042E6E66-3835-45DF-80D9-C4AFDF3401FF}"/>
              </a:ext>
            </a:extLst>
          </p:cNvPr>
          <p:cNvSpPr>
            <a:spLocks noGrp="1"/>
          </p:cNvSpPr>
          <p:nvPr>
            <p:ph type="body" sz="quarter" idx="40" hasCustomPrompt="1"/>
          </p:nvPr>
        </p:nvSpPr>
        <p:spPr>
          <a:xfrm>
            <a:off x="5107230" y="4469081"/>
            <a:ext cx="1877575" cy="506399"/>
          </a:xfrm>
          <a:prstGeom prst="rect">
            <a:avLst/>
          </a:prstGeom>
        </p:spPr>
        <p:txBody>
          <a:bodyPr anchor="b">
            <a:noAutofit/>
          </a:bodyPr>
          <a:lstStyle>
            <a:lvl1pPr marL="0" indent="0" algn="ctr">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90" name="Content placeholder 47">
            <a:extLst>
              <a:ext uri="{FF2B5EF4-FFF2-40B4-BE49-F238E27FC236}">
                <a16:creationId xmlns:a16="http://schemas.microsoft.com/office/drawing/2014/main" id="{A6E85C70-1784-4A0C-8897-EDE98D39BC01}"/>
              </a:ext>
            </a:extLst>
          </p:cNvPr>
          <p:cNvSpPr>
            <a:spLocks noGrp="1"/>
          </p:cNvSpPr>
          <p:nvPr>
            <p:ph type="body" sz="quarter" idx="41" hasCustomPrompt="1"/>
          </p:nvPr>
        </p:nvSpPr>
        <p:spPr>
          <a:xfrm>
            <a:off x="5107230" y="5051157"/>
            <a:ext cx="1877575" cy="506399"/>
          </a:xfrm>
          <a:prstGeom prst="rect">
            <a:avLst/>
          </a:prstGeom>
        </p:spPr>
        <p:txBody>
          <a:bodyPr>
            <a:noAutofit/>
          </a:bodyPr>
          <a:lstStyle>
            <a:lvl1pPr marL="0" indent="0" algn="ctr">
              <a:lnSpc>
                <a:spcPct val="90000"/>
              </a:lnSpc>
              <a:spcBef>
                <a:spcPts val="0"/>
              </a:spcBef>
              <a:buNone/>
              <a:defRPr lang="en-US" altLang="zh-CN" sz="1400" b="0" kern="1200" dirty="0">
                <a:solidFill>
                  <a:schemeClr val="accent6"/>
                </a:solidFill>
                <a:latin typeface="+mn-lt"/>
                <a:ea typeface="+mj-ea"/>
                <a:cs typeface="+mn-cs"/>
              </a:defRPr>
            </a:lvl1pPr>
            <a:lvl2pPr>
              <a:defRPr sz="1000"/>
            </a:lvl2pPr>
            <a:lvl3pPr>
              <a:defRPr sz="900"/>
            </a:lvl3pPr>
            <a:lvl4pPr>
              <a:defRPr sz="800"/>
            </a:lvl4pPr>
            <a:lvl5pPr>
              <a:defRPr sz="800"/>
            </a:lvl5pPr>
          </a:lstStyle>
          <a:p>
            <a:pPr marL="0" lvl="0" indent="0" algn="ctr" defTabSz="914400" rtl="0" eaLnBrk="1" latinLnBrk="0" hangingPunct="1">
              <a:lnSpc>
                <a:spcPct val="100000"/>
              </a:lnSpc>
              <a:spcBef>
                <a:spcPts val="1000"/>
              </a:spcBef>
              <a:buFont typeface="Arial" panose="020B0604020202020204" pitchFamily="34" charset="0"/>
              <a:buNone/>
            </a:pPr>
            <a:r>
              <a:rPr lang="en-US" altLang="zh-CN" dirty="0"/>
              <a:t>Click to edit Master text styles </a:t>
            </a:r>
          </a:p>
        </p:txBody>
      </p:sp>
      <p:sp>
        <p:nvSpPr>
          <p:cNvPr id="91" name="Content placeholder 47" descr="Click icon to add picture">
            <a:extLst>
              <a:ext uri="{FF2B5EF4-FFF2-40B4-BE49-F238E27FC236}">
                <a16:creationId xmlns:a16="http://schemas.microsoft.com/office/drawing/2014/main" id="{4CD55BC2-05D0-49CB-B0A5-C96ACB411B57}"/>
              </a:ext>
            </a:extLst>
          </p:cNvPr>
          <p:cNvSpPr>
            <a:spLocks noGrp="1"/>
          </p:cNvSpPr>
          <p:nvPr>
            <p:ph type="body" sz="quarter" idx="42" hasCustomPrompt="1"/>
          </p:nvPr>
        </p:nvSpPr>
        <p:spPr>
          <a:xfrm>
            <a:off x="7501941" y="4469081"/>
            <a:ext cx="1877575" cy="506399"/>
          </a:xfrm>
          <a:prstGeom prst="rect">
            <a:avLst/>
          </a:prstGeom>
        </p:spPr>
        <p:txBody>
          <a:bodyPr anchor="b">
            <a:noAutofit/>
          </a:bodyPr>
          <a:lstStyle>
            <a:lvl1pPr marL="0" indent="0" algn="ctr">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92" name="Content placeholder 47">
            <a:extLst>
              <a:ext uri="{FF2B5EF4-FFF2-40B4-BE49-F238E27FC236}">
                <a16:creationId xmlns:a16="http://schemas.microsoft.com/office/drawing/2014/main" id="{49DB7120-2F2C-4F89-AA8C-ABC4F3FF25F3}"/>
              </a:ext>
            </a:extLst>
          </p:cNvPr>
          <p:cNvSpPr>
            <a:spLocks noGrp="1"/>
          </p:cNvSpPr>
          <p:nvPr>
            <p:ph type="body" sz="quarter" idx="43" hasCustomPrompt="1"/>
          </p:nvPr>
        </p:nvSpPr>
        <p:spPr>
          <a:xfrm>
            <a:off x="7501941" y="5051157"/>
            <a:ext cx="1877575" cy="506399"/>
          </a:xfrm>
          <a:prstGeom prst="rect">
            <a:avLst/>
          </a:prstGeom>
        </p:spPr>
        <p:txBody>
          <a:bodyPr>
            <a:noAutofit/>
          </a:bodyPr>
          <a:lstStyle>
            <a:lvl1pPr marL="0" indent="0" algn="ctr">
              <a:lnSpc>
                <a:spcPct val="90000"/>
              </a:lnSpc>
              <a:spcBef>
                <a:spcPts val="0"/>
              </a:spcBef>
              <a:buNone/>
              <a:defRPr lang="en-US" altLang="zh-CN" sz="1400" b="0" kern="1200" dirty="0">
                <a:solidFill>
                  <a:schemeClr val="accent6"/>
                </a:solidFill>
                <a:latin typeface="+mn-lt"/>
                <a:ea typeface="+mj-ea"/>
                <a:cs typeface="+mn-cs"/>
              </a:defRPr>
            </a:lvl1pPr>
            <a:lvl2pPr>
              <a:defRPr sz="1000"/>
            </a:lvl2pPr>
            <a:lvl3pPr>
              <a:defRPr sz="900"/>
            </a:lvl3pPr>
            <a:lvl4pPr>
              <a:defRPr sz="800"/>
            </a:lvl4pPr>
            <a:lvl5pPr>
              <a:defRPr sz="800"/>
            </a:lvl5pPr>
          </a:lstStyle>
          <a:p>
            <a:pPr marL="0" lvl="0" indent="0" algn="ctr" defTabSz="914400" rtl="0" eaLnBrk="1" latinLnBrk="0" hangingPunct="1">
              <a:lnSpc>
                <a:spcPct val="100000"/>
              </a:lnSpc>
              <a:spcBef>
                <a:spcPts val="1000"/>
              </a:spcBef>
              <a:buFont typeface="Arial" panose="020B0604020202020204" pitchFamily="34" charset="0"/>
              <a:buNone/>
            </a:pPr>
            <a:r>
              <a:rPr lang="en-US" altLang="zh-CN" dirty="0"/>
              <a:t>Click to edit Master text styles </a:t>
            </a:r>
          </a:p>
        </p:txBody>
      </p:sp>
      <p:sp>
        <p:nvSpPr>
          <p:cNvPr id="93" name="Content placeholder 47" descr="Click icon to add picture">
            <a:extLst>
              <a:ext uri="{FF2B5EF4-FFF2-40B4-BE49-F238E27FC236}">
                <a16:creationId xmlns:a16="http://schemas.microsoft.com/office/drawing/2014/main" id="{AEB1F7BA-7D83-4C23-A72B-82DF9377E9C3}"/>
              </a:ext>
            </a:extLst>
          </p:cNvPr>
          <p:cNvSpPr>
            <a:spLocks noGrp="1"/>
          </p:cNvSpPr>
          <p:nvPr>
            <p:ph type="body" sz="quarter" idx="44" hasCustomPrompt="1"/>
          </p:nvPr>
        </p:nvSpPr>
        <p:spPr>
          <a:xfrm>
            <a:off x="8734718" y="2355643"/>
            <a:ext cx="1877575" cy="506399"/>
          </a:xfrm>
          <a:prstGeom prst="rect">
            <a:avLst/>
          </a:prstGeom>
        </p:spPr>
        <p:txBody>
          <a:bodyPr anchor="b">
            <a:noAutofit/>
          </a:bodyPr>
          <a:lstStyle>
            <a:lvl1pPr marL="0" indent="0" algn="ctr">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94" name="Content placeholder 47">
            <a:extLst>
              <a:ext uri="{FF2B5EF4-FFF2-40B4-BE49-F238E27FC236}">
                <a16:creationId xmlns:a16="http://schemas.microsoft.com/office/drawing/2014/main" id="{7C32F3EB-1AC3-40E9-B66D-ADB19CC74F0F}"/>
              </a:ext>
            </a:extLst>
          </p:cNvPr>
          <p:cNvSpPr>
            <a:spLocks noGrp="1"/>
          </p:cNvSpPr>
          <p:nvPr>
            <p:ph type="body" sz="quarter" idx="45" hasCustomPrompt="1"/>
          </p:nvPr>
        </p:nvSpPr>
        <p:spPr>
          <a:xfrm>
            <a:off x="8734718" y="2937719"/>
            <a:ext cx="1877575" cy="506399"/>
          </a:xfrm>
          <a:prstGeom prst="rect">
            <a:avLst/>
          </a:prstGeom>
        </p:spPr>
        <p:txBody>
          <a:bodyPr>
            <a:noAutofit/>
          </a:bodyPr>
          <a:lstStyle>
            <a:lvl1pPr marL="0" indent="0" algn="ctr">
              <a:lnSpc>
                <a:spcPct val="90000"/>
              </a:lnSpc>
              <a:spcBef>
                <a:spcPts val="0"/>
              </a:spcBef>
              <a:buNone/>
              <a:defRPr lang="en-US" altLang="zh-CN" sz="1400" b="0" kern="1200" dirty="0">
                <a:solidFill>
                  <a:schemeClr val="accent6"/>
                </a:solidFill>
                <a:latin typeface="+mn-lt"/>
                <a:ea typeface="+mj-ea"/>
                <a:cs typeface="+mn-cs"/>
              </a:defRPr>
            </a:lvl1pPr>
            <a:lvl2pPr>
              <a:defRPr sz="1000"/>
            </a:lvl2pPr>
            <a:lvl3pPr>
              <a:defRPr sz="900"/>
            </a:lvl3pPr>
            <a:lvl4pPr>
              <a:defRPr sz="800"/>
            </a:lvl4pPr>
            <a:lvl5pPr>
              <a:defRPr sz="800"/>
            </a:lvl5pPr>
          </a:lstStyle>
          <a:p>
            <a:pPr marL="0" lvl="0" indent="0" algn="ctr" defTabSz="914400" rtl="0" eaLnBrk="1" latinLnBrk="0" hangingPunct="1">
              <a:lnSpc>
                <a:spcPct val="100000"/>
              </a:lnSpc>
              <a:spcBef>
                <a:spcPts val="1000"/>
              </a:spcBef>
              <a:buFont typeface="Arial" panose="020B0604020202020204" pitchFamily="34" charset="0"/>
              <a:buNone/>
            </a:pPr>
            <a:r>
              <a:rPr lang="en-US" altLang="zh-CN" dirty="0"/>
              <a:t>Click to edit Master text styles </a:t>
            </a:r>
          </a:p>
        </p:txBody>
      </p:sp>
      <p:sp>
        <p:nvSpPr>
          <p:cNvPr id="2" name="Title 1">
            <a:extLst>
              <a:ext uri="{FF2B5EF4-FFF2-40B4-BE49-F238E27FC236}">
                <a16:creationId xmlns:a16="http://schemas.microsoft.com/office/drawing/2014/main" id="{667E7569-B8BF-39D0-D742-EF98B83E4E1D}"/>
              </a:ext>
            </a:extLst>
          </p:cNvPr>
          <p:cNvSpPr>
            <a:spLocks noGrp="1"/>
          </p:cNvSpPr>
          <p:nvPr>
            <p:ph type="title"/>
          </p:nvPr>
        </p:nvSpPr>
        <p:spPr>
          <a:xfrm>
            <a:off x="578914" y="726705"/>
            <a:ext cx="10515600" cy="1205058"/>
          </a:xfrm>
        </p:spPr>
        <p:txBody>
          <a:bodyPr anchor="t">
            <a:noAutofit/>
          </a:bodyPr>
          <a:lstStyle>
            <a:lvl1pPr algn="l">
              <a:defRPr>
                <a:solidFill>
                  <a:schemeClr val="accent6"/>
                </a:solidFill>
              </a:defRPr>
            </a:lvl1pPr>
          </a:lstStyle>
          <a:p>
            <a:r>
              <a:rPr lang="en-US"/>
              <a:t>Click to edit Master title style</a:t>
            </a:r>
            <a:endParaRPr lang="en-US" dirty="0"/>
          </a:p>
        </p:txBody>
      </p:sp>
      <p:sp>
        <p:nvSpPr>
          <p:cNvPr id="3" name="Footer Placeholder 2">
            <a:extLst>
              <a:ext uri="{FF2B5EF4-FFF2-40B4-BE49-F238E27FC236}">
                <a16:creationId xmlns:a16="http://schemas.microsoft.com/office/drawing/2014/main" id="{9FC159C7-D006-5B5F-1FEA-689C432B8C8C}"/>
              </a:ext>
            </a:extLst>
          </p:cNvPr>
          <p:cNvSpPr>
            <a:spLocks noGrp="1"/>
          </p:cNvSpPr>
          <p:nvPr>
            <p:ph type="ftr" sz="quarter" idx="46"/>
          </p:nvPr>
        </p:nvSpPr>
        <p:spPr/>
        <p:txBody>
          <a:bodyPr>
            <a:noAutofit/>
          </a:bodyPr>
          <a:lstStyle>
            <a:lvl1pPr>
              <a:defRPr>
                <a:solidFill>
                  <a:schemeClr val="accent6"/>
                </a:solidFill>
              </a:defRPr>
            </a:lvl1pPr>
          </a:lstStyle>
          <a:p>
            <a:r>
              <a:rPr lang="en-US"/>
              <a:t>Presentation title</a:t>
            </a:r>
            <a:endParaRPr lang="en-US" dirty="0"/>
          </a:p>
        </p:txBody>
      </p:sp>
      <p:sp>
        <p:nvSpPr>
          <p:cNvPr id="4" name="Slide Number Placeholder 3">
            <a:extLst>
              <a:ext uri="{FF2B5EF4-FFF2-40B4-BE49-F238E27FC236}">
                <a16:creationId xmlns:a16="http://schemas.microsoft.com/office/drawing/2014/main" id="{4F0EBABD-E264-2C96-1139-289A712F35B7}"/>
              </a:ext>
            </a:extLst>
          </p:cNvPr>
          <p:cNvSpPr>
            <a:spLocks noGrp="1"/>
          </p:cNvSpPr>
          <p:nvPr>
            <p:ph type="sldNum" sz="quarter" idx="47"/>
          </p:nvPr>
        </p:nvSpPr>
        <p:spPr/>
        <p:txBody>
          <a:bodyPr>
            <a:noAutofit/>
          </a:bodyPr>
          <a:lstStyle>
            <a:lvl1pPr>
              <a:defRPr>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35908809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7" name="Freeform: Shape 19">
            <a:extLst>
              <a:ext uri="{FF2B5EF4-FFF2-40B4-BE49-F238E27FC236}">
                <a16:creationId xmlns:a16="http://schemas.microsoft.com/office/drawing/2014/main" id="{F38B75F8-75D4-4B41-B7C7-433032DD0A6F}"/>
              </a:ext>
            </a:extLst>
          </p:cNvPr>
          <p:cNvSpPr/>
          <p:nvPr userDrawn="1"/>
        </p:nvSpPr>
        <p:spPr>
          <a:xfrm flipH="1">
            <a:off x="769290" y="491100"/>
            <a:ext cx="1886361"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8" name="Freeform: Shape 24">
            <a:extLst>
              <a:ext uri="{FF2B5EF4-FFF2-40B4-BE49-F238E27FC236}">
                <a16:creationId xmlns:a16="http://schemas.microsoft.com/office/drawing/2014/main" id="{671D1224-EDDC-4900-92DC-13608D44C524}"/>
              </a:ext>
            </a:extLst>
          </p:cNvPr>
          <p:cNvSpPr/>
          <p:nvPr userDrawn="1"/>
        </p:nvSpPr>
        <p:spPr>
          <a:xfrm flipH="1">
            <a:off x="783145" y="4057904"/>
            <a:ext cx="1886359" cy="221318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6">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15" name="Freeform 14">
            <a:extLst>
              <a:ext uri="{FF2B5EF4-FFF2-40B4-BE49-F238E27FC236}">
                <a16:creationId xmlns:a16="http://schemas.microsoft.com/office/drawing/2014/main" id="{635A9E44-4E60-1AD1-0B85-72422683B48A}"/>
              </a:ext>
            </a:extLst>
          </p:cNvPr>
          <p:cNvSpPr/>
          <p:nvPr userDrawn="1"/>
        </p:nvSpPr>
        <p:spPr>
          <a:xfrm flipH="1">
            <a:off x="0" y="3709992"/>
            <a:ext cx="1157948" cy="1502830"/>
          </a:xfrm>
          <a:custGeom>
            <a:avLst/>
            <a:gdLst>
              <a:gd name="connsiteX0" fmla="*/ 638572 w 1157948"/>
              <a:gd name="connsiteY0" fmla="*/ 0 h 1502830"/>
              <a:gd name="connsiteX1" fmla="*/ 0 w 1157948"/>
              <a:gd name="connsiteY1" fmla="*/ 378385 h 1502830"/>
              <a:gd name="connsiteX2" fmla="*/ 0 w 1157948"/>
              <a:gd name="connsiteY2" fmla="*/ 1129800 h 1502830"/>
              <a:gd name="connsiteX3" fmla="*/ 640317 w 1157948"/>
              <a:gd name="connsiteY3" fmla="*/ 1502830 h 1502830"/>
              <a:gd name="connsiteX4" fmla="*/ 1157948 w 1157948"/>
              <a:gd name="connsiteY4" fmla="*/ 1200968 h 1502830"/>
              <a:gd name="connsiteX5" fmla="*/ 1157948 w 1157948"/>
              <a:gd name="connsiteY5" fmla="*/ 304639 h 15028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7948" h="1502830">
                <a:moveTo>
                  <a:pt x="638572" y="0"/>
                </a:moveTo>
                <a:lnTo>
                  <a:pt x="0" y="378385"/>
                </a:lnTo>
                <a:lnTo>
                  <a:pt x="0" y="1129800"/>
                </a:lnTo>
                <a:lnTo>
                  <a:pt x="640317" y="1502830"/>
                </a:lnTo>
                <a:lnTo>
                  <a:pt x="1157948" y="1200968"/>
                </a:lnTo>
                <a:lnTo>
                  <a:pt x="1157948" y="304639"/>
                </a:lnTo>
                <a:close/>
              </a:path>
            </a:pathLst>
          </a:custGeom>
          <a:noFill/>
          <a:ln w="190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6"/>
              </a:solidFill>
            </a:endParaRPr>
          </a:p>
        </p:txBody>
      </p:sp>
      <p:sp>
        <p:nvSpPr>
          <p:cNvPr id="21" name="Subtitle 47" descr="Click icon to add picture">
            <a:extLst>
              <a:ext uri="{FF2B5EF4-FFF2-40B4-BE49-F238E27FC236}">
                <a16:creationId xmlns:a16="http://schemas.microsoft.com/office/drawing/2014/main" id="{0C7786BA-5E56-47AA-AE47-4EC07A0D4FA1}"/>
              </a:ext>
            </a:extLst>
          </p:cNvPr>
          <p:cNvSpPr>
            <a:spLocks noGrp="1"/>
          </p:cNvSpPr>
          <p:nvPr>
            <p:ph type="body" sz="quarter" idx="27" hasCustomPrompt="1"/>
          </p:nvPr>
        </p:nvSpPr>
        <p:spPr>
          <a:xfrm>
            <a:off x="4550705" y="3625598"/>
            <a:ext cx="2653545" cy="587964"/>
          </a:xfrm>
          <a:prstGeom prst="rect">
            <a:avLst/>
          </a:prstGeom>
        </p:spPr>
        <p:txBody>
          <a:bodyPr anchor="b">
            <a:noAutofit/>
          </a:bodyPr>
          <a:lstStyle>
            <a:lvl1pPr marL="0" indent="0" algn="l">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23" name="Content placeholder 47">
            <a:extLst>
              <a:ext uri="{FF2B5EF4-FFF2-40B4-BE49-F238E27FC236}">
                <a16:creationId xmlns:a16="http://schemas.microsoft.com/office/drawing/2014/main" id="{880214CF-87DD-476A-9B2E-A58DB313A61A}"/>
              </a:ext>
            </a:extLst>
          </p:cNvPr>
          <p:cNvSpPr>
            <a:spLocks noGrp="1"/>
          </p:cNvSpPr>
          <p:nvPr>
            <p:ph type="body" sz="quarter" idx="28" hasCustomPrompt="1"/>
          </p:nvPr>
        </p:nvSpPr>
        <p:spPr>
          <a:xfrm>
            <a:off x="4550705" y="4246516"/>
            <a:ext cx="2653545" cy="1727103"/>
          </a:xfrm>
          <a:prstGeom prst="rect">
            <a:avLst/>
          </a:prstGeom>
        </p:spPr>
        <p:txBody>
          <a:bodyPr>
            <a:noAutofit/>
          </a:bodyPr>
          <a:lstStyle>
            <a:lvl1pPr marL="0" indent="0" algn="l">
              <a:lnSpc>
                <a:spcPct val="100000"/>
              </a:lnSpc>
              <a:spcBef>
                <a:spcPts val="0"/>
              </a:spcBef>
              <a:buNone/>
              <a:defRPr sz="14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37" name="Picture placeholder">
            <a:extLst>
              <a:ext uri="{FF2B5EF4-FFF2-40B4-BE49-F238E27FC236}">
                <a16:creationId xmlns:a16="http://schemas.microsoft.com/office/drawing/2014/main" id="{264CF63C-079E-41AA-AA9A-762A765E699F}"/>
              </a:ext>
            </a:extLst>
          </p:cNvPr>
          <p:cNvSpPr>
            <a:spLocks noGrp="1"/>
          </p:cNvSpPr>
          <p:nvPr>
            <p:ph type="pic" sz="quarter" idx="51"/>
          </p:nvPr>
        </p:nvSpPr>
        <p:spPr>
          <a:xfrm>
            <a:off x="1788170" y="2296125"/>
            <a:ext cx="1886360" cy="2144668"/>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solidFill>
            <a:schemeClr val="bg1">
              <a:lumMod val="95000"/>
            </a:schemeClr>
          </a:solidFill>
        </p:spPr>
        <p:txBody>
          <a:bodyPr anchor="ctr">
            <a:noAutofit/>
          </a:bodyPr>
          <a:lstStyle>
            <a:lvl1pPr marL="0" indent="0" algn="ctr">
              <a:buNone/>
              <a:defRPr sz="1000">
                <a:solidFill>
                  <a:schemeClr val="accent6"/>
                </a:solidFill>
              </a:defRPr>
            </a:lvl1pPr>
          </a:lstStyle>
          <a:p>
            <a:r>
              <a:rPr lang="en-US" altLang="zh-CN"/>
              <a:t>Click icon to add picture</a:t>
            </a:r>
            <a:endParaRPr lang="zh-CN" altLang="en-US"/>
          </a:p>
        </p:txBody>
      </p:sp>
      <p:sp>
        <p:nvSpPr>
          <p:cNvPr id="17" name="Title 1">
            <a:extLst>
              <a:ext uri="{FF2B5EF4-FFF2-40B4-BE49-F238E27FC236}">
                <a16:creationId xmlns:a16="http://schemas.microsoft.com/office/drawing/2014/main" id="{D041C638-CBB8-1159-9AF8-B5D14CC7BE0F}"/>
              </a:ext>
            </a:extLst>
          </p:cNvPr>
          <p:cNvSpPr>
            <a:spLocks noGrp="1"/>
          </p:cNvSpPr>
          <p:nvPr>
            <p:ph type="title"/>
          </p:nvPr>
        </p:nvSpPr>
        <p:spPr>
          <a:xfrm>
            <a:off x="4550704" y="1690878"/>
            <a:ext cx="6599429" cy="1325563"/>
          </a:xfrm>
        </p:spPr>
        <p:txBody>
          <a:bodyPr anchor="b">
            <a:noAutofit/>
          </a:bodyPr>
          <a:lstStyle>
            <a:lvl1pPr>
              <a:defRPr>
                <a:solidFill>
                  <a:schemeClr val="accent6"/>
                </a:solidFill>
              </a:defRPr>
            </a:lvl1pPr>
          </a:lstStyle>
          <a:p>
            <a:r>
              <a:rPr lang="en-US"/>
              <a:t>Click to edit Master title style</a:t>
            </a:r>
            <a:endParaRPr lang="en-US" dirty="0"/>
          </a:p>
        </p:txBody>
      </p:sp>
      <p:sp>
        <p:nvSpPr>
          <p:cNvPr id="18" name="Subtitle 47" descr="Click icon to add picture">
            <a:extLst>
              <a:ext uri="{FF2B5EF4-FFF2-40B4-BE49-F238E27FC236}">
                <a16:creationId xmlns:a16="http://schemas.microsoft.com/office/drawing/2014/main" id="{3C2C4001-E56F-4174-01AA-4630360BFF48}"/>
              </a:ext>
            </a:extLst>
          </p:cNvPr>
          <p:cNvSpPr>
            <a:spLocks noGrp="1"/>
          </p:cNvSpPr>
          <p:nvPr>
            <p:ph type="body" sz="quarter" idx="52" hasCustomPrompt="1"/>
          </p:nvPr>
        </p:nvSpPr>
        <p:spPr>
          <a:xfrm>
            <a:off x="7811506" y="3625598"/>
            <a:ext cx="2653545" cy="587964"/>
          </a:xfrm>
          <a:prstGeom prst="rect">
            <a:avLst/>
          </a:prstGeom>
        </p:spPr>
        <p:txBody>
          <a:bodyPr anchor="b">
            <a:noAutofit/>
          </a:bodyPr>
          <a:lstStyle>
            <a:lvl1pPr marL="0" indent="0" algn="l">
              <a:lnSpc>
                <a:spcPct val="100000"/>
              </a:lnSpc>
              <a:buNone/>
              <a:defRPr sz="1800" b="1">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20" name="Content placeholder 47">
            <a:extLst>
              <a:ext uri="{FF2B5EF4-FFF2-40B4-BE49-F238E27FC236}">
                <a16:creationId xmlns:a16="http://schemas.microsoft.com/office/drawing/2014/main" id="{02DFC856-C546-62E9-220F-7A668D349056}"/>
              </a:ext>
            </a:extLst>
          </p:cNvPr>
          <p:cNvSpPr>
            <a:spLocks noGrp="1"/>
          </p:cNvSpPr>
          <p:nvPr>
            <p:ph type="body" sz="quarter" idx="53" hasCustomPrompt="1"/>
          </p:nvPr>
        </p:nvSpPr>
        <p:spPr>
          <a:xfrm>
            <a:off x="7811506" y="4246516"/>
            <a:ext cx="2653545" cy="1727103"/>
          </a:xfrm>
          <a:prstGeom prst="rect">
            <a:avLst/>
          </a:prstGeom>
        </p:spPr>
        <p:txBody>
          <a:bodyPr>
            <a:noAutofit/>
          </a:bodyPr>
          <a:lstStyle>
            <a:lvl1pPr marL="0" indent="0" algn="l">
              <a:lnSpc>
                <a:spcPct val="100000"/>
              </a:lnSpc>
              <a:spcBef>
                <a:spcPts val="0"/>
              </a:spcBef>
              <a:buNone/>
              <a:defRPr sz="14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6" name="Slide Number Placeholder 5">
            <a:extLst>
              <a:ext uri="{FF2B5EF4-FFF2-40B4-BE49-F238E27FC236}">
                <a16:creationId xmlns:a16="http://schemas.microsoft.com/office/drawing/2014/main" id="{F507335A-F59E-2A6C-D2D6-F10391DA8D69}"/>
              </a:ext>
            </a:extLst>
          </p:cNvPr>
          <p:cNvSpPr>
            <a:spLocks noGrp="1"/>
          </p:cNvSpPr>
          <p:nvPr>
            <p:ph type="sldNum" sz="quarter" idx="55"/>
          </p:nvPr>
        </p:nvSpPr>
        <p:spPr/>
        <p:txBody>
          <a:bodyPr>
            <a:noAutofit/>
          </a:bodyPr>
          <a:lstStyle>
            <a:lvl1pPr>
              <a:defRPr>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36136463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F946AB17-3782-8412-C51A-DE10A0637453}"/>
              </a:ext>
            </a:extLst>
          </p:cNvPr>
          <p:cNvSpPr/>
          <p:nvPr userDrawn="1"/>
        </p:nvSpPr>
        <p:spPr>
          <a:xfrm>
            <a:off x="0" y="2860787"/>
            <a:ext cx="2361029" cy="3676532"/>
          </a:xfrm>
          <a:custGeom>
            <a:avLst/>
            <a:gdLst>
              <a:gd name="connsiteX0" fmla="*/ 773997 w 2361029"/>
              <a:gd name="connsiteY0" fmla="*/ 0 h 3676532"/>
              <a:gd name="connsiteX1" fmla="*/ 2361029 w 2361029"/>
              <a:gd name="connsiteY1" fmla="*/ 925683 h 3676532"/>
              <a:gd name="connsiteX2" fmla="*/ 2361029 w 2361029"/>
              <a:gd name="connsiteY2" fmla="*/ 2763949 h 3676532"/>
              <a:gd name="connsiteX3" fmla="*/ 769661 w 2361029"/>
              <a:gd name="connsiteY3" fmla="*/ 3676532 h 3676532"/>
              <a:gd name="connsiteX4" fmla="*/ 0 w 2361029"/>
              <a:gd name="connsiteY4" fmla="*/ 3234717 h 3676532"/>
              <a:gd name="connsiteX5" fmla="*/ 0 w 2361029"/>
              <a:gd name="connsiteY5" fmla="*/ 446885 h 3676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61029" h="3676532">
                <a:moveTo>
                  <a:pt x="773997" y="0"/>
                </a:moveTo>
                <a:lnTo>
                  <a:pt x="2361029" y="925683"/>
                </a:lnTo>
                <a:lnTo>
                  <a:pt x="2361029" y="2763949"/>
                </a:lnTo>
                <a:lnTo>
                  <a:pt x="769661" y="3676532"/>
                </a:lnTo>
                <a:lnTo>
                  <a:pt x="0" y="3234717"/>
                </a:lnTo>
                <a:lnTo>
                  <a:pt x="0" y="446885"/>
                </a:lnTo>
                <a:close/>
              </a:path>
            </a:pathLst>
          </a:cu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6"/>
              </a:solidFill>
            </a:endParaRPr>
          </a:p>
        </p:txBody>
      </p:sp>
      <p:sp>
        <p:nvSpPr>
          <p:cNvPr id="16" name="Freeform 15">
            <a:extLst>
              <a:ext uri="{FF2B5EF4-FFF2-40B4-BE49-F238E27FC236}">
                <a16:creationId xmlns:a16="http://schemas.microsoft.com/office/drawing/2014/main" id="{2BA5A58B-9440-7DAB-E7D7-3143B049FBAC}"/>
              </a:ext>
            </a:extLst>
          </p:cNvPr>
          <p:cNvSpPr/>
          <p:nvPr userDrawn="1"/>
        </p:nvSpPr>
        <p:spPr>
          <a:xfrm flipH="1">
            <a:off x="1014233" y="5253270"/>
            <a:ext cx="1710765" cy="1593273"/>
          </a:xfrm>
          <a:custGeom>
            <a:avLst/>
            <a:gdLst>
              <a:gd name="connsiteX0" fmla="*/ 852873 w 1710765"/>
              <a:gd name="connsiteY0" fmla="*/ 0 h 1593273"/>
              <a:gd name="connsiteX1" fmla="*/ 0 w 1710765"/>
              <a:gd name="connsiteY1" fmla="*/ 494134 h 1593273"/>
              <a:gd name="connsiteX2" fmla="*/ 0 w 1710765"/>
              <a:gd name="connsiteY2" fmla="*/ 1475410 h 1593273"/>
              <a:gd name="connsiteX3" fmla="*/ 206916 w 1710765"/>
              <a:gd name="connsiteY3" fmla="*/ 1593273 h 1593273"/>
              <a:gd name="connsiteX4" fmla="*/ 1502835 w 1710765"/>
              <a:gd name="connsiteY4" fmla="*/ 1593273 h 1593273"/>
              <a:gd name="connsiteX5" fmla="*/ 1709418 w 1710765"/>
              <a:gd name="connsiteY5" fmla="*/ 1475480 h 1593273"/>
              <a:gd name="connsiteX6" fmla="*/ 1710407 w 1710765"/>
              <a:gd name="connsiteY6" fmla="*/ 491803 h 15932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10765" h="1593273">
                <a:moveTo>
                  <a:pt x="852873" y="0"/>
                </a:moveTo>
                <a:lnTo>
                  <a:pt x="0" y="494134"/>
                </a:lnTo>
                <a:lnTo>
                  <a:pt x="0" y="1475410"/>
                </a:lnTo>
                <a:lnTo>
                  <a:pt x="206916" y="1593273"/>
                </a:lnTo>
                <a:lnTo>
                  <a:pt x="1502835" y="1593273"/>
                </a:lnTo>
                <a:lnTo>
                  <a:pt x="1709418" y="1475480"/>
                </a:lnTo>
                <a:cubicBezTo>
                  <a:pt x="1707864" y="1146834"/>
                  <a:pt x="1711961" y="820449"/>
                  <a:pt x="1710407" y="491803"/>
                </a:cubicBezTo>
                <a:close/>
              </a:path>
            </a:pathLst>
          </a:custGeom>
          <a:no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6"/>
              </a:solidFill>
            </a:endParaRPr>
          </a:p>
        </p:txBody>
      </p:sp>
      <p:sp>
        <p:nvSpPr>
          <p:cNvPr id="22" name="Content Placeholder 47" descr="Click icon to add picture">
            <a:extLst>
              <a:ext uri="{FF2B5EF4-FFF2-40B4-BE49-F238E27FC236}">
                <a16:creationId xmlns:a16="http://schemas.microsoft.com/office/drawing/2014/main" id="{95ADF367-2619-4E00-AB82-8FFF41D0E5C2}"/>
              </a:ext>
            </a:extLst>
          </p:cNvPr>
          <p:cNvSpPr>
            <a:spLocks noGrp="1"/>
          </p:cNvSpPr>
          <p:nvPr>
            <p:ph type="body" sz="quarter" idx="27" hasCustomPrompt="1"/>
          </p:nvPr>
        </p:nvSpPr>
        <p:spPr>
          <a:xfrm>
            <a:off x="5271609" y="1025236"/>
            <a:ext cx="5162709" cy="420683"/>
          </a:xfrm>
          <a:prstGeom prst="rect">
            <a:avLst/>
          </a:prstGeom>
        </p:spPr>
        <p:txBody>
          <a:bodyPr anchor="b">
            <a:noAutofit/>
          </a:bodyPr>
          <a:lstStyle>
            <a:lvl1pPr marL="0" indent="0" algn="l">
              <a:lnSpc>
                <a:spcPct val="100000"/>
              </a:lnSpc>
              <a:buNone/>
              <a:defRPr sz="1800" b="1" i="0">
                <a:solidFill>
                  <a:schemeClr val="accent6"/>
                </a:solidFill>
                <a:latin typeface="+mn-lt"/>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23" name="Content Placeholder 47">
            <a:extLst>
              <a:ext uri="{FF2B5EF4-FFF2-40B4-BE49-F238E27FC236}">
                <a16:creationId xmlns:a16="http://schemas.microsoft.com/office/drawing/2014/main" id="{8CEB04CE-793E-47B4-8D80-9B82864F2CDF}"/>
              </a:ext>
            </a:extLst>
          </p:cNvPr>
          <p:cNvSpPr>
            <a:spLocks noGrp="1"/>
          </p:cNvSpPr>
          <p:nvPr>
            <p:ph type="body" sz="quarter" idx="28" hasCustomPrompt="1"/>
          </p:nvPr>
        </p:nvSpPr>
        <p:spPr>
          <a:xfrm>
            <a:off x="5271608" y="1469069"/>
            <a:ext cx="5162709" cy="1506166"/>
          </a:xfrm>
          <a:prstGeom prst="rect">
            <a:avLst/>
          </a:prstGeom>
        </p:spPr>
        <p:txBody>
          <a:bodyPr>
            <a:noAutofit/>
          </a:bodyPr>
          <a:lstStyle>
            <a:lvl1pPr marL="228600" indent="-228600" algn="l">
              <a:lnSpc>
                <a:spcPct val="100000"/>
              </a:lnSpc>
              <a:spcBef>
                <a:spcPts val="0"/>
              </a:spcBef>
              <a:spcAft>
                <a:spcPts val="600"/>
              </a:spcAft>
              <a:buFont typeface="Arial" panose="020B0604020202020204" pitchFamily="34" charset="0"/>
              <a:buChar char="•"/>
              <a:defRPr sz="14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24" name="Content Placeholder 47" descr="Click icon to add picture">
            <a:extLst>
              <a:ext uri="{FF2B5EF4-FFF2-40B4-BE49-F238E27FC236}">
                <a16:creationId xmlns:a16="http://schemas.microsoft.com/office/drawing/2014/main" id="{067BF8FD-2643-4122-BE3E-63F413244ECB}"/>
              </a:ext>
            </a:extLst>
          </p:cNvPr>
          <p:cNvSpPr>
            <a:spLocks noGrp="1"/>
          </p:cNvSpPr>
          <p:nvPr>
            <p:ph type="body" sz="quarter" idx="29" hasCustomPrompt="1"/>
          </p:nvPr>
        </p:nvSpPr>
        <p:spPr>
          <a:xfrm>
            <a:off x="5271609" y="2984685"/>
            <a:ext cx="5162709" cy="420683"/>
          </a:xfrm>
          <a:prstGeom prst="rect">
            <a:avLst/>
          </a:prstGeom>
        </p:spPr>
        <p:txBody>
          <a:bodyPr anchor="b">
            <a:noAutofit/>
          </a:bodyPr>
          <a:lstStyle>
            <a:lvl1pPr marL="0" indent="0" algn="l">
              <a:lnSpc>
                <a:spcPct val="100000"/>
              </a:lnSpc>
              <a:buNone/>
              <a:defRPr sz="1800" b="1" i="0">
                <a:solidFill>
                  <a:schemeClr val="accent6"/>
                </a:solidFill>
                <a:latin typeface="+mn-lt"/>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26" name="Content Placeholder 47" descr="Click icon to add picture">
            <a:extLst>
              <a:ext uri="{FF2B5EF4-FFF2-40B4-BE49-F238E27FC236}">
                <a16:creationId xmlns:a16="http://schemas.microsoft.com/office/drawing/2014/main" id="{02260D10-FEA1-48A7-B544-FAEEAECF5DE2}"/>
              </a:ext>
            </a:extLst>
          </p:cNvPr>
          <p:cNvSpPr>
            <a:spLocks noGrp="1"/>
          </p:cNvSpPr>
          <p:nvPr>
            <p:ph type="body" sz="quarter" idx="31" hasCustomPrompt="1"/>
          </p:nvPr>
        </p:nvSpPr>
        <p:spPr>
          <a:xfrm>
            <a:off x="5271607" y="4597473"/>
            <a:ext cx="5162709" cy="421399"/>
          </a:xfrm>
          <a:prstGeom prst="rect">
            <a:avLst/>
          </a:prstGeom>
        </p:spPr>
        <p:txBody>
          <a:bodyPr anchor="b">
            <a:noAutofit/>
          </a:bodyPr>
          <a:lstStyle>
            <a:lvl1pPr marL="0" indent="0" algn="l">
              <a:lnSpc>
                <a:spcPct val="100000"/>
              </a:lnSpc>
              <a:buNone/>
              <a:defRPr sz="1800" b="1" i="0">
                <a:solidFill>
                  <a:schemeClr val="accent6"/>
                </a:solidFill>
                <a:latin typeface="+mn-lt"/>
                <a:cs typeface="Posterama" panose="020B0504020200020000" pitchFamily="34" charset="0"/>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20" name="Content Placeholder 47">
            <a:extLst>
              <a:ext uri="{FF2B5EF4-FFF2-40B4-BE49-F238E27FC236}">
                <a16:creationId xmlns:a16="http://schemas.microsoft.com/office/drawing/2014/main" id="{64584B30-8BCF-4D75-8A6C-FD82347CC7B6}"/>
              </a:ext>
            </a:extLst>
          </p:cNvPr>
          <p:cNvSpPr>
            <a:spLocks noGrp="1"/>
          </p:cNvSpPr>
          <p:nvPr>
            <p:ph type="body" sz="quarter" idx="34" hasCustomPrompt="1"/>
          </p:nvPr>
        </p:nvSpPr>
        <p:spPr>
          <a:xfrm>
            <a:off x="5271608" y="3419684"/>
            <a:ext cx="5162709" cy="1177789"/>
          </a:xfrm>
          <a:prstGeom prst="rect">
            <a:avLst/>
          </a:prstGeom>
        </p:spPr>
        <p:txBody>
          <a:bodyPr>
            <a:noAutofit/>
          </a:bodyPr>
          <a:lstStyle>
            <a:lvl1pPr marL="228600" indent="-228600" algn="l">
              <a:lnSpc>
                <a:spcPct val="100000"/>
              </a:lnSpc>
              <a:spcBef>
                <a:spcPts val="0"/>
              </a:spcBef>
              <a:spcAft>
                <a:spcPts val="600"/>
              </a:spcAft>
              <a:buFont typeface="Arial" panose="020B0604020202020204" pitchFamily="34" charset="0"/>
              <a:buChar char="•"/>
              <a:defRPr sz="14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28" name="Content Placeholder 47">
            <a:extLst>
              <a:ext uri="{FF2B5EF4-FFF2-40B4-BE49-F238E27FC236}">
                <a16:creationId xmlns:a16="http://schemas.microsoft.com/office/drawing/2014/main" id="{A4A25056-27FA-4039-ACFA-6624F778712A}"/>
              </a:ext>
            </a:extLst>
          </p:cNvPr>
          <p:cNvSpPr>
            <a:spLocks noGrp="1"/>
          </p:cNvSpPr>
          <p:nvPr>
            <p:ph type="body" sz="quarter" idx="35" hasCustomPrompt="1"/>
          </p:nvPr>
        </p:nvSpPr>
        <p:spPr>
          <a:xfrm>
            <a:off x="5271608" y="5041922"/>
            <a:ext cx="5162709" cy="1635938"/>
          </a:xfrm>
          <a:prstGeom prst="rect">
            <a:avLst/>
          </a:prstGeom>
        </p:spPr>
        <p:txBody>
          <a:bodyPr>
            <a:noAutofit/>
          </a:bodyPr>
          <a:lstStyle>
            <a:lvl1pPr marL="228600" indent="-228600" algn="l">
              <a:lnSpc>
                <a:spcPct val="100000"/>
              </a:lnSpc>
              <a:spcBef>
                <a:spcPts val="0"/>
              </a:spcBef>
              <a:spcAft>
                <a:spcPts val="600"/>
              </a:spcAft>
              <a:buFont typeface="Arial" panose="020B0604020202020204" pitchFamily="34" charset="0"/>
              <a:buChar char="•"/>
              <a:defRPr sz="14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27" name="Freeform: Shape 24">
            <a:extLst>
              <a:ext uri="{FF2B5EF4-FFF2-40B4-BE49-F238E27FC236}">
                <a16:creationId xmlns:a16="http://schemas.microsoft.com/office/drawing/2014/main" id="{A23F9759-CF52-CE45-5E22-9678534685A7}"/>
              </a:ext>
            </a:extLst>
          </p:cNvPr>
          <p:cNvSpPr/>
          <p:nvPr userDrawn="1"/>
        </p:nvSpPr>
        <p:spPr>
          <a:xfrm flipH="1">
            <a:off x="2631891" y="4699053"/>
            <a:ext cx="668814" cy="784693"/>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6" name="Title 5">
            <a:extLst>
              <a:ext uri="{FF2B5EF4-FFF2-40B4-BE49-F238E27FC236}">
                <a16:creationId xmlns:a16="http://schemas.microsoft.com/office/drawing/2014/main" id="{5D84FCC1-368D-680C-31AA-597C3AAF4232}"/>
              </a:ext>
            </a:extLst>
          </p:cNvPr>
          <p:cNvSpPr>
            <a:spLocks noGrp="1"/>
          </p:cNvSpPr>
          <p:nvPr>
            <p:ph type="title"/>
          </p:nvPr>
        </p:nvSpPr>
        <p:spPr>
          <a:xfrm>
            <a:off x="502665" y="707105"/>
            <a:ext cx="3994173" cy="2277580"/>
          </a:xfrm>
        </p:spPr>
        <p:txBody>
          <a:bodyPr anchor="t">
            <a:noAutofit/>
          </a:bodyPr>
          <a:lstStyle>
            <a:lvl1pPr>
              <a:defRPr>
                <a:solidFill>
                  <a:schemeClr val="accent6"/>
                </a:solidFill>
              </a:defRPr>
            </a:lvl1pPr>
          </a:lstStyle>
          <a:p>
            <a:r>
              <a:rPr lang="en-US"/>
              <a:t>Click to edit Master title style</a:t>
            </a:r>
            <a:endParaRPr lang="en-US" dirty="0"/>
          </a:p>
        </p:txBody>
      </p:sp>
      <p:sp>
        <p:nvSpPr>
          <p:cNvPr id="18" name="Picture Placeholder 2">
            <a:extLst>
              <a:ext uri="{FF2B5EF4-FFF2-40B4-BE49-F238E27FC236}">
                <a16:creationId xmlns:a16="http://schemas.microsoft.com/office/drawing/2014/main" id="{E53E8C9F-CD73-30CD-1F24-20F2E6149D58}"/>
              </a:ext>
            </a:extLst>
          </p:cNvPr>
          <p:cNvSpPr>
            <a:spLocks noGrp="1"/>
          </p:cNvSpPr>
          <p:nvPr>
            <p:ph type="pic" sz="quarter" idx="36"/>
          </p:nvPr>
        </p:nvSpPr>
        <p:spPr>
          <a:xfrm>
            <a:off x="4734172" y="1141669"/>
            <a:ext cx="507778" cy="565882"/>
          </a:xfrm>
        </p:spPr>
        <p:txBody>
          <a:bodyPr lIns="0" rIns="0" anchor="ctr">
            <a:noAutofit/>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sz="800">
                <a:solidFill>
                  <a:schemeClr val="accent6"/>
                </a:solidFill>
                <a:latin typeface="Abadi" panose="020B0604020104020204" pitchFamily="34" charset="0"/>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altLang="zh-CN"/>
              <a:t>Click icon to add picture</a:t>
            </a:r>
            <a:endParaRPr lang="en-US" dirty="0"/>
          </a:p>
        </p:txBody>
      </p:sp>
      <p:sp>
        <p:nvSpPr>
          <p:cNvPr id="19" name="Picture Placeholder 2">
            <a:extLst>
              <a:ext uri="{FF2B5EF4-FFF2-40B4-BE49-F238E27FC236}">
                <a16:creationId xmlns:a16="http://schemas.microsoft.com/office/drawing/2014/main" id="{CE61E189-349E-0076-EA43-7BCB6E24CE86}"/>
              </a:ext>
            </a:extLst>
          </p:cNvPr>
          <p:cNvSpPr>
            <a:spLocks noGrp="1"/>
          </p:cNvSpPr>
          <p:nvPr>
            <p:ph type="pic" sz="quarter" idx="37"/>
          </p:nvPr>
        </p:nvSpPr>
        <p:spPr>
          <a:xfrm>
            <a:off x="4724705" y="3105650"/>
            <a:ext cx="536270" cy="565882"/>
          </a:xfrm>
        </p:spPr>
        <p:txBody>
          <a:bodyPr lIns="0" rIns="0" anchor="ctr">
            <a:noAutofit/>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sz="800">
                <a:solidFill>
                  <a:schemeClr val="accent6"/>
                </a:solidFill>
                <a:latin typeface="Abadi" panose="020B0604020104020204" pitchFamily="34" charset="0"/>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altLang="zh-CN"/>
              <a:t>Click icon to add picture</a:t>
            </a:r>
            <a:endParaRPr lang="en-US" dirty="0"/>
          </a:p>
        </p:txBody>
      </p:sp>
      <p:sp>
        <p:nvSpPr>
          <p:cNvPr id="21" name="Picture Placeholder 2">
            <a:extLst>
              <a:ext uri="{FF2B5EF4-FFF2-40B4-BE49-F238E27FC236}">
                <a16:creationId xmlns:a16="http://schemas.microsoft.com/office/drawing/2014/main" id="{68B04572-5D47-C3DF-CDEA-15EC646EA8FE}"/>
              </a:ext>
            </a:extLst>
          </p:cNvPr>
          <p:cNvSpPr>
            <a:spLocks noGrp="1"/>
          </p:cNvSpPr>
          <p:nvPr>
            <p:ph type="pic" sz="quarter" idx="38"/>
          </p:nvPr>
        </p:nvSpPr>
        <p:spPr>
          <a:xfrm>
            <a:off x="4714069" y="4716041"/>
            <a:ext cx="536270" cy="565882"/>
          </a:xfrm>
        </p:spPr>
        <p:txBody>
          <a:bodyPr lIns="0" rIns="0" anchor="ctr">
            <a:noAutofit/>
          </a:bodyP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sz="800">
                <a:solidFill>
                  <a:schemeClr val="accent6"/>
                </a:solidFill>
                <a:latin typeface="Abadi" panose="020B0604020104020204" pitchFamily="34" charset="0"/>
              </a:defRPr>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altLang="zh-CN"/>
              <a:t>Click icon to add picture</a:t>
            </a:r>
            <a:endParaRPr lang="en-US" dirty="0"/>
          </a:p>
        </p:txBody>
      </p:sp>
      <p:sp>
        <p:nvSpPr>
          <p:cNvPr id="5" name="Slide Number Placeholder 4">
            <a:extLst>
              <a:ext uri="{FF2B5EF4-FFF2-40B4-BE49-F238E27FC236}">
                <a16:creationId xmlns:a16="http://schemas.microsoft.com/office/drawing/2014/main" id="{2446A453-65E1-B688-A3F9-EA0AA347DDEA}"/>
              </a:ext>
            </a:extLst>
          </p:cNvPr>
          <p:cNvSpPr>
            <a:spLocks noGrp="1"/>
          </p:cNvSpPr>
          <p:nvPr>
            <p:ph type="sldNum" sz="quarter" idx="40"/>
          </p:nvPr>
        </p:nvSpPr>
        <p:spPr/>
        <p:txBody>
          <a:bodyPr>
            <a:noAutofit/>
          </a:bodyPr>
          <a:lstStyle>
            <a:lvl1pPr>
              <a:defRPr>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266211375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8" name="Content Placeholder 47">
            <a:extLst>
              <a:ext uri="{FF2B5EF4-FFF2-40B4-BE49-F238E27FC236}">
                <a16:creationId xmlns:a16="http://schemas.microsoft.com/office/drawing/2014/main" id="{3EDD8D3E-653B-4A9E-9868-3B013A65FE9F}"/>
              </a:ext>
            </a:extLst>
          </p:cNvPr>
          <p:cNvSpPr>
            <a:spLocks noGrp="1"/>
          </p:cNvSpPr>
          <p:nvPr>
            <p:ph type="pic" sz="quarter" idx="48"/>
          </p:nvPr>
        </p:nvSpPr>
        <p:spPr>
          <a:xfrm>
            <a:off x="7493157" y="529148"/>
            <a:ext cx="4248873" cy="4731130"/>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a:ln w="19050">
            <a:noFill/>
          </a:ln>
        </p:spPr>
        <p:txBody>
          <a:bodyPr anchor="ctr">
            <a:noAutofit/>
          </a:bodyPr>
          <a:lstStyle>
            <a:lvl1pPr marL="0" indent="0" algn="ctr">
              <a:buNone/>
              <a:defRPr>
                <a:solidFill>
                  <a:schemeClr val="accent6"/>
                </a:solidFill>
              </a:defRPr>
            </a:lvl1pPr>
          </a:lstStyle>
          <a:p>
            <a:r>
              <a:rPr lang="en-US" altLang="zh-CN"/>
              <a:t>Click icon to add picture</a:t>
            </a:r>
            <a:endParaRPr lang="zh-CN" altLang="en-US"/>
          </a:p>
        </p:txBody>
      </p:sp>
      <p:sp>
        <p:nvSpPr>
          <p:cNvPr id="18" name="Content Placeholder 47">
            <a:extLst>
              <a:ext uri="{FF2B5EF4-FFF2-40B4-BE49-F238E27FC236}">
                <a16:creationId xmlns:a16="http://schemas.microsoft.com/office/drawing/2014/main" id="{DD4E6A9F-7400-917B-6A6B-6BAB445E85FA}"/>
              </a:ext>
            </a:extLst>
          </p:cNvPr>
          <p:cNvSpPr>
            <a:spLocks noGrp="1"/>
          </p:cNvSpPr>
          <p:nvPr>
            <p:ph type="body" sz="quarter" idx="28" hasCustomPrompt="1"/>
          </p:nvPr>
        </p:nvSpPr>
        <p:spPr>
          <a:xfrm>
            <a:off x="517427" y="3253120"/>
            <a:ext cx="4959822" cy="2007158"/>
          </a:xfrm>
          <a:prstGeom prst="rect">
            <a:avLst/>
          </a:prstGeom>
        </p:spPr>
        <p:txBody>
          <a:bodyPr>
            <a:noAutofit/>
          </a:bodyPr>
          <a:lstStyle>
            <a:lvl1pPr marL="0" indent="0">
              <a:lnSpc>
                <a:spcPct val="100000"/>
              </a:lnSpc>
              <a:buNone/>
              <a:defRPr sz="1500" b="0">
                <a:solidFill>
                  <a:schemeClr val="accent6"/>
                </a:solidFill>
                <a:latin typeface="+mn-lt"/>
              </a:defRPr>
            </a:lvl1pPr>
            <a:lvl2pPr>
              <a:defRPr sz="1000"/>
            </a:lvl2pPr>
            <a:lvl3pPr>
              <a:defRPr sz="900"/>
            </a:lvl3pPr>
            <a:lvl4pPr>
              <a:defRPr sz="800"/>
            </a:lvl4pPr>
            <a:lvl5pPr>
              <a:defRPr sz="800"/>
            </a:lvl5pPr>
          </a:lstStyle>
          <a:p>
            <a:pPr lvl="0"/>
            <a:r>
              <a:rPr lang="en-US" altLang="zh-CN" dirty="0"/>
              <a:t>Click to edit Master text styles </a:t>
            </a:r>
          </a:p>
        </p:txBody>
      </p:sp>
      <p:sp>
        <p:nvSpPr>
          <p:cNvPr id="19" name="Freeform: Shape 25">
            <a:extLst>
              <a:ext uri="{FF2B5EF4-FFF2-40B4-BE49-F238E27FC236}">
                <a16:creationId xmlns:a16="http://schemas.microsoft.com/office/drawing/2014/main" id="{D7BBD3E8-D5DD-C21F-3792-4880373CCDCC}"/>
              </a:ext>
            </a:extLst>
          </p:cNvPr>
          <p:cNvSpPr/>
          <p:nvPr userDrawn="1"/>
        </p:nvSpPr>
        <p:spPr>
          <a:xfrm flipH="1">
            <a:off x="7400972" y="4508725"/>
            <a:ext cx="1347680" cy="1581179"/>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 name="connsiteX0" fmla="*/ 2187388 w 4387647"/>
              <a:gd name="connsiteY0" fmla="*/ 0 h 5032188"/>
              <a:gd name="connsiteX1" fmla="*/ 4386729 w 4387647"/>
              <a:gd name="connsiteY1" fmla="*/ 1261035 h 5032188"/>
              <a:gd name="connsiteX2" fmla="*/ 4384192 w 4387647"/>
              <a:gd name="connsiteY2" fmla="*/ 3783287 h 5032188"/>
              <a:gd name="connsiteX3" fmla="*/ 2193365 w 4387647"/>
              <a:gd name="connsiteY3" fmla="*/ 5032188 h 5032188"/>
              <a:gd name="connsiteX4" fmla="*/ 0 w 4387647"/>
              <a:gd name="connsiteY4" fmla="*/ 3783106 h 5032188"/>
              <a:gd name="connsiteX5" fmla="*/ 0 w 4387647"/>
              <a:gd name="connsiteY5" fmla="*/ 1267012 h 5032188"/>
              <a:gd name="connsiteX6" fmla="*/ 2187388 w 4387647"/>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87647" h="5032188">
                <a:moveTo>
                  <a:pt x="2187388" y="0"/>
                </a:moveTo>
                <a:lnTo>
                  <a:pt x="4386729" y="1261035"/>
                </a:lnTo>
                <a:cubicBezTo>
                  <a:pt x="4390713" y="2103718"/>
                  <a:pt x="4380208" y="2940604"/>
                  <a:pt x="4384192" y="3783287"/>
                </a:cubicBezTo>
                <a:lnTo>
                  <a:pt x="2193365" y="5032188"/>
                </a:lnTo>
                <a:lnTo>
                  <a:pt x="0" y="3783106"/>
                </a:lnTo>
                <a:lnTo>
                  <a:pt x="0" y="1267012"/>
                </a:lnTo>
                <a:lnTo>
                  <a:pt x="2187388" y="0"/>
                </a:lnTo>
                <a:close/>
              </a:path>
            </a:pathLst>
          </a:custGeom>
          <a:noFill/>
          <a:ln w="19050">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20" name="Freeform: Shape 11">
            <a:extLst>
              <a:ext uri="{FF2B5EF4-FFF2-40B4-BE49-F238E27FC236}">
                <a16:creationId xmlns:a16="http://schemas.microsoft.com/office/drawing/2014/main" id="{FC461D80-0CAC-62E5-726A-63B48BEF3F25}"/>
              </a:ext>
            </a:extLst>
          </p:cNvPr>
          <p:cNvSpPr/>
          <p:nvPr userDrawn="1"/>
        </p:nvSpPr>
        <p:spPr>
          <a:xfrm>
            <a:off x="6521016" y="4772906"/>
            <a:ext cx="663381" cy="758922"/>
          </a:xfrm>
          <a:custGeom>
            <a:avLst/>
            <a:gdLst>
              <a:gd name="connsiteX0" fmla="*/ 2187388 w 4398682"/>
              <a:gd name="connsiteY0" fmla="*/ 0 h 5032188"/>
              <a:gd name="connsiteX1" fmla="*/ 4386729 w 4398682"/>
              <a:gd name="connsiteY1" fmla="*/ 1261035 h 5032188"/>
              <a:gd name="connsiteX2" fmla="*/ 4398682 w 4398682"/>
              <a:gd name="connsiteY2" fmla="*/ 3789083 h 5032188"/>
              <a:gd name="connsiteX3" fmla="*/ 2193365 w 4398682"/>
              <a:gd name="connsiteY3" fmla="*/ 5032188 h 5032188"/>
              <a:gd name="connsiteX4" fmla="*/ 0 w 4398682"/>
              <a:gd name="connsiteY4" fmla="*/ 3783106 h 5032188"/>
              <a:gd name="connsiteX5" fmla="*/ 0 w 4398682"/>
              <a:gd name="connsiteY5" fmla="*/ 1267012 h 5032188"/>
              <a:gd name="connsiteX6" fmla="*/ 2187388 w 4398682"/>
              <a:gd name="connsiteY6" fmla="*/ 0 h 50321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398682" h="5032188">
                <a:moveTo>
                  <a:pt x="2187388" y="0"/>
                </a:moveTo>
                <a:lnTo>
                  <a:pt x="4386729" y="1261035"/>
                </a:lnTo>
                <a:cubicBezTo>
                  <a:pt x="4390713" y="2103718"/>
                  <a:pt x="4394698" y="2946400"/>
                  <a:pt x="4398682" y="3789083"/>
                </a:cubicBezTo>
                <a:lnTo>
                  <a:pt x="2193365" y="5032188"/>
                </a:lnTo>
                <a:lnTo>
                  <a:pt x="0" y="3783106"/>
                </a:lnTo>
                <a:lnTo>
                  <a:pt x="0" y="1267012"/>
                </a:lnTo>
                <a:lnTo>
                  <a:pt x="2187388" y="0"/>
                </a:lnTo>
                <a:close/>
              </a:path>
            </a:pathLst>
          </a:custGeom>
          <a:solidFill>
            <a:schemeClr val="accent6">
              <a:lumMod val="10000"/>
              <a:lumOff val="90000"/>
            </a:schemeClr>
          </a:solidFill>
          <a:ln w="12700" cap="flat" cmpd="sng" algn="ctr">
            <a:noFill/>
            <a:prstDash val="solid"/>
            <a:miter lim="800000"/>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accent6"/>
              </a:solidFill>
              <a:effectLst/>
              <a:uLnTx/>
              <a:uFillTx/>
              <a:latin typeface="Posterama Text SemiBold"/>
              <a:ea typeface="+mn-ea"/>
              <a:cs typeface="+mn-cs"/>
            </a:endParaRPr>
          </a:p>
        </p:txBody>
      </p:sp>
      <p:sp>
        <p:nvSpPr>
          <p:cNvPr id="3" name="Title 2">
            <a:extLst>
              <a:ext uri="{FF2B5EF4-FFF2-40B4-BE49-F238E27FC236}">
                <a16:creationId xmlns:a16="http://schemas.microsoft.com/office/drawing/2014/main" id="{D4944167-AFE9-AE61-AF44-B9AEE24D17D8}"/>
              </a:ext>
            </a:extLst>
          </p:cNvPr>
          <p:cNvSpPr>
            <a:spLocks noGrp="1"/>
          </p:cNvSpPr>
          <p:nvPr>
            <p:ph type="title"/>
          </p:nvPr>
        </p:nvSpPr>
        <p:spPr>
          <a:xfrm>
            <a:off x="517427" y="2497488"/>
            <a:ext cx="9823998" cy="1325563"/>
          </a:xfrm>
        </p:spPr>
        <p:txBody>
          <a:bodyPr anchor="t">
            <a:noAutofit/>
          </a:bodyPr>
          <a:lstStyle>
            <a:lvl1pPr>
              <a:defRPr>
                <a:solidFill>
                  <a:schemeClr val="accent6"/>
                </a:solidFill>
              </a:defRPr>
            </a:lvl1pPr>
          </a:lstStyle>
          <a:p>
            <a:r>
              <a:rPr lang="en-US"/>
              <a:t>Click to edit Master title style</a:t>
            </a:r>
            <a:endParaRPr lang="en-US" dirty="0"/>
          </a:p>
        </p:txBody>
      </p:sp>
      <p:sp>
        <p:nvSpPr>
          <p:cNvPr id="2" name="Footer Placeholder 1">
            <a:extLst>
              <a:ext uri="{FF2B5EF4-FFF2-40B4-BE49-F238E27FC236}">
                <a16:creationId xmlns:a16="http://schemas.microsoft.com/office/drawing/2014/main" id="{47268D53-92DA-7335-4DAB-83485CAF3FE9}"/>
              </a:ext>
            </a:extLst>
          </p:cNvPr>
          <p:cNvSpPr>
            <a:spLocks noGrp="1"/>
          </p:cNvSpPr>
          <p:nvPr>
            <p:ph type="ftr" sz="quarter" idx="49"/>
          </p:nvPr>
        </p:nvSpPr>
        <p:spPr/>
        <p:txBody>
          <a:bodyPr>
            <a:noAutofit/>
          </a:bodyPr>
          <a:lstStyle>
            <a:lvl1pPr>
              <a:defRPr>
                <a:solidFill>
                  <a:schemeClr val="accent6"/>
                </a:solidFill>
              </a:defRPr>
            </a:lvl1pPr>
          </a:lstStyle>
          <a:p>
            <a:r>
              <a:rPr lang="en-US"/>
              <a:t>Presentation title</a:t>
            </a:r>
            <a:endParaRPr lang="en-US" dirty="0"/>
          </a:p>
        </p:txBody>
      </p:sp>
      <p:sp>
        <p:nvSpPr>
          <p:cNvPr id="6" name="Slide Number Placeholder 5">
            <a:extLst>
              <a:ext uri="{FF2B5EF4-FFF2-40B4-BE49-F238E27FC236}">
                <a16:creationId xmlns:a16="http://schemas.microsoft.com/office/drawing/2014/main" id="{9F9FCB16-3643-AB04-D20E-A14FFE07F67C}"/>
              </a:ext>
            </a:extLst>
          </p:cNvPr>
          <p:cNvSpPr>
            <a:spLocks noGrp="1"/>
          </p:cNvSpPr>
          <p:nvPr>
            <p:ph type="sldNum" sz="quarter" idx="50"/>
          </p:nvPr>
        </p:nvSpPr>
        <p:spPr/>
        <p:txBody>
          <a:bodyPr>
            <a:noAutofit/>
          </a:bodyPr>
          <a:lstStyle>
            <a:lvl1pPr>
              <a:defRPr>
                <a:solidFill>
                  <a:schemeClr val="accent6"/>
                </a:solidFill>
              </a:defRPr>
            </a:lvl1pPr>
          </a:lstStyle>
          <a:p>
            <a:fld id="{47FEACEE-25B4-4A2D-B147-27296E36371D}" type="slidenum">
              <a:rPr lang="en-US" altLang="zh-CN" smtClean="0"/>
              <a:pPr/>
              <a:t>‹#›</a:t>
            </a:fld>
            <a:endParaRPr lang="en-US" altLang="zh-CN" dirty="0"/>
          </a:p>
        </p:txBody>
      </p:sp>
    </p:spTree>
    <p:extLst>
      <p:ext uri="{BB962C8B-B14F-4D97-AF65-F5344CB8AC3E}">
        <p14:creationId xmlns:p14="http://schemas.microsoft.com/office/powerpoint/2010/main" val="32132766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47" name="Freeform 46">
            <a:extLst>
              <a:ext uri="{FF2B5EF4-FFF2-40B4-BE49-F238E27FC236}">
                <a16:creationId xmlns:a16="http://schemas.microsoft.com/office/drawing/2014/main" id="{39B50CEE-D9F9-B5CD-C274-BEAA5EAB37E3}"/>
              </a:ext>
            </a:extLst>
          </p:cNvPr>
          <p:cNvSpPr/>
          <p:nvPr userDrawn="1"/>
        </p:nvSpPr>
        <p:spPr>
          <a:xfrm>
            <a:off x="410352" y="12435"/>
            <a:ext cx="1455521" cy="1019127"/>
          </a:xfrm>
          <a:custGeom>
            <a:avLst/>
            <a:gdLst>
              <a:gd name="connsiteX0" fmla="*/ 219223 w 1455521"/>
              <a:gd name="connsiteY0" fmla="*/ 0 h 1019127"/>
              <a:gd name="connsiteX1" fmla="*/ 1236298 w 1455521"/>
              <a:gd name="connsiteY1" fmla="*/ 0 h 1019127"/>
              <a:gd name="connsiteX2" fmla="*/ 1455521 w 1455521"/>
              <a:gd name="connsiteY2" fmla="*/ 385779 h 1019127"/>
              <a:gd name="connsiteX3" fmla="*/ 1095615 w 1455521"/>
              <a:gd name="connsiteY3" fmla="*/ 1019127 h 1019127"/>
              <a:gd name="connsiteX4" fmla="*/ 359906 w 1455521"/>
              <a:gd name="connsiteY4" fmla="*/ 1019127 h 1019127"/>
              <a:gd name="connsiteX5" fmla="*/ 0 w 1455521"/>
              <a:gd name="connsiteY5" fmla="*/ 385779 h 1019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1019127">
                <a:moveTo>
                  <a:pt x="219223" y="0"/>
                </a:moveTo>
                <a:lnTo>
                  <a:pt x="1236298" y="0"/>
                </a:lnTo>
                <a:lnTo>
                  <a:pt x="1455521" y="385779"/>
                </a:lnTo>
                <a:lnTo>
                  <a:pt x="1095615" y="1019127"/>
                </a:lnTo>
                <a:lnTo>
                  <a:pt x="359906" y="1019127"/>
                </a:lnTo>
                <a:lnTo>
                  <a:pt x="0" y="385779"/>
                </a:lnTo>
                <a:close/>
              </a:path>
            </a:pathLst>
          </a:custGeom>
          <a:solidFill>
            <a:schemeClr val="accent6">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6"/>
              </a:solidFill>
            </a:endParaRPr>
          </a:p>
        </p:txBody>
      </p:sp>
      <p:sp>
        <p:nvSpPr>
          <p:cNvPr id="9" name="Hexagon 15">
            <a:extLst>
              <a:ext uri="{FF2B5EF4-FFF2-40B4-BE49-F238E27FC236}">
                <a16:creationId xmlns:a16="http://schemas.microsoft.com/office/drawing/2014/main" id="{93831F6E-A0DA-46E5-AF13-ED5D9ABF108D}"/>
              </a:ext>
            </a:extLst>
          </p:cNvPr>
          <p:cNvSpPr/>
          <p:nvPr userDrawn="1"/>
        </p:nvSpPr>
        <p:spPr>
          <a:xfrm>
            <a:off x="1579486" y="450004"/>
            <a:ext cx="1455521" cy="1266696"/>
          </a:xfrm>
          <a:prstGeom prst="hexagon">
            <a:avLst>
              <a:gd name="adj" fmla="val 28413"/>
              <a:gd name="vf" fmla="val 11547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10" name="Hexagon 17">
            <a:extLst>
              <a:ext uri="{FF2B5EF4-FFF2-40B4-BE49-F238E27FC236}">
                <a16:creationId xmlns:a16="http://schemas.microsoft.com/office/drawing/2014/main" id="{18B06ECC-5FA7-4ACA-86BF-694240D0C05B}"/>
              </a:ext>
            </a:extLst>
          </p:cNvPr>
          <p:cNvSpPr/>
          <p:nvPr userDrawn="1"/>
        </p:nvSpPr>
        <p:spPr>
          <a:xfrm>
            <a:off x="412218" y="1136470"/>
            <a:ext cx="1455521" cy="1266696"/>
          </a:xfrm>
          <a:prstGeom prst="hexagon">
            <a:avLst>
              <a:gd name="adj" fmla="val 28413"/>
              <a:gd name="vf" fmla="val 115470"/>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11" name="Hexagon 19">
            <a:extLst>
              <a:ext uri="{FF2B5EF4-FFF2-40B4-BE49-F238E27FC236}">
                <a16:creationId xmlns:a16="http://schemas.microsoft.com/office/drawing/2014/main" id="{089AA305-8FFC-46A5-B806-D5D78320D0CD}"/>
              </a:ext>
            </a:extLst>
          </p:cNvPr>
          <p:cNvSpPr/>
          <p:nvPr userDrawn="1"/>
        </p:nvSpPr>
        <p:spPr>
          <a:xfrm>
            <a:off x="1580070" y="1812437"/>
            <a:ext cx="1455521" cy="1266696"/>
          </a:xfrm>
          <a:prstGeom prst="hexagon">
            <a:avLst>
              <a:gd name="adj" fmla="val 28413"/>
              <a:gd name="vf" fmla="val 115470"/>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12" name="Hexagon 21">
            <a:extLst>
              <a:ext uri="{FF2B5EF4-FFF2-40B4-BE49-F238E27FC236}">
                <a16:creationId xmlns:a16="http://schemas.microsoft.com/office/drawing/2014/main" id="{DB2D65ED-32BC-44B2-92F3-E16717051CA1}"/>
              </a:ext>
            </a:extLst>
          </p:cNvPr>
          <p:cNvSpPr/>
          <p:nvPr userDrawn="1"/>
        </p:nvSpPr>
        <p:spPr>
          <a:xfrm>
            <a:off x="3953772" y="4582171"/>
            <a:ext cx="1455521" cy="1266696"/>
          </a:xfrm>
          <a:prstGeom prst="hexagon">
            <a:avLst>
              <a:gd name="adj" fmla="val 28413"/>
              <a:gd name="vf" fmla="val 115470"/>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44" name="Freeform 43">
            <a:extLst>
              <a:ext uri="{FF2B5EF4-FFF2-40B4-BE49-F238E27FC236}">
                <a16:creationId xmlns:a16="http://schemas.microsoft.com/office/drawing/2014/main" id="{6100186E-95B0-AB29-6F1D-DBFBAA566DB2}"/>
              </a:ext>
            </a:extLst>
          </p:cNvPr>
          <p:cNvSpPr/>
          <p:nvPr userDrawn="1"/>
        </p:nvSpPr>
        <p:spPr>
          <a:xfrm>
            <a:off x="3955762" y="5952136"/>
            <a:ext cx="1455521" cy="932559"/>
          </a:xfrm>
          <a:custGeom>
            <a:avLst/>
            <a:gdLst>
              <a:gd name="connsiteX0" fmla="*/ 359906 w 1455521"/>
              <a:gd name="connsiteY0" fmla="*/ 0 h 932559"/>
              <a:gd name="connsiteX1" fmla="*/ 1095615 w 1455521"/>
              <a:gd name="connsiteY1" fmla="*/ 0 h 932559"/>
              <a:gd name="connsiteX2" fmla="*/ 1455521 w 1455521"/>
              <a:gd name="connsiteY2" fmla="*/ 633348 h 932559"/>
              <a:gd name="connsiteX3" fmla="*/ 1285492 w 1455521"/>
              <a:gd name="connsiteY3" fmla="*/ 932559 h 932559"/>
              <a:gd name="connsiteX4" fmla="*/ 170030 w 1455521"/>
              <a:gd name="connsiteY4" fmla="*/ 932559 h 932559"/>
              <a:gd name="connsiteX5" fmla="*/ 0 w 1455521"/>
              <a:gd name="connsiteY5" fmla="*/ 633348 h 932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932559">
                <a:moveTo>
                  <a:pt x="359906" y="0"/>
                </a:moveTo>
                <a:lnTo>
                  <a:pt x="1095615" y="0"/>
                </a:lnTo>
                <a:lnTo>
                  <a:pt x="1455521" y="633348"/>
                </a:lnTo>
                <a:lnTo>
                  <a:pt x="1285492" y="932559"/>
                </a:lnTo>
                <a:lnTo>
                  <a:pt x="170030" y="932559"/>
                </a:lnTo>
                <a:lnTo>
                  <a:pt x="0" y="633348"/>
                </a:lnTo>
                <a:close/>
              </a:path>
            </a:pathLst>
          </a:custGeom>
          <a:solidFill>
            <a:schemeClr val="tx2">
              <a:lumMod val="10000"/>
              <a:lumOff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6"/>
              </a:solidFill>
            </a:endParaRPr>
          </a:p>
        </p:txBody>
      </p:sp>
      <p:sp>
        <p:nvSpPr>
          <p:cNvPr id="14" name="Hexagon 27">
            <a:extLst>
              <a:ext uri="{FF2B5EF4-FFF2-40B4-BE49-F238E27FC236}">
                <a16:creationId xmlns:a16="http://schemas.microsoft.com/office/drawing/2014/main" id="{5275D449-7441-440B-8584-96D25256F24D}"/>
              </a:ext>
            </a:extLst>
          </p:cNvPr>
          <p:cNvSpPr/>
          <p:nvPr userDrawn="1"/>
        </p:nvSpPr>
        <p:spPr>
          <a:xfrm>
            <a:off x="2783996" y="5245443"/>
            <a:ext cx="1455521" cy="1266696"/>
          </a:xfrm>
          <a:prstGeom prst="hexagon">
            <a:avLst>
              <a:gd name="adj" fmla="val 28413"/>
              <a:gd name="vf" fmla="val 115470"/>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15" name="Hexagon 28">
            <a:extLst>
              <a:ext uri="{FF2B5EF4-FFF2-40B4-BE49-F238E27FC236}">
                <a16:creationId xmlns:a16="http://schemas.microsoft.com/office/drawing/2014/main" id="{94CFCD79-F5CD-4175-96DE-1AC2E1999DB6}"/>
              </a:ext>
            </a:extLst>
          </p:cNvPr>
          <p:cNvSpPr/>
          <p:nvPr userDrawn="1"/>
        </p:nvSpPr>
        <p:spPr>
          <a:xfrm>
            <a:off x="2767144" y="3880620"/>
            <a:ext cx="1455521" cy="1266696"/>
          </a:xfrm>
          <a:prstGeom prst="hexagon">
            <a:avLst>
              <a:gd name="adj" fmla="val 28413"/>
              <a:gd name="vf" fmla="val 115470"/>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43" name="Freeform 42">
            <a:extLst>
              <a:ext uri="{FF2B5EF4-FFF2-40B4-BE49-F238E27FC236}">
                <a16:creationId xmlns:a16="http://schemas.microsoft.com/office/drawing/2014/main" id="{C8667104-E096-23C3-4C2C-5277C2AF5C57}"/>
              </a:ext>
            </a:extLst>
          </p:cNvPr>
          <p:cNvSpPr/>
          <p:nvPr userDrawn="1"/>
        </p:nvSpPr>
        <p:spPr>
          <a:xfrm>
            <a:off x="3702" y="448131"/>
            <a:ext cx="678871" cy="1266696"/>
          </a:xfrm>
          <a:custGeom>
            <a:avLst/>
            <a:gdLst>
              <a:gd name="connsiteX0" fmla="*/ 0 w 678871"/>
              <a:gd name="connsiteY0" fmla="*/ 0 h 1266696"/>
              <a:gd name="connsiteX1" fmla="*/ 318965 w 678871"/>
              <a:gd name="connsiteY1" fmla="*/ 0 h 1266696"/>
              <a:gd name="connsiteX2" fmla="*/ 678871 w 678871"/>
              <a:gd name="connsiteY2" fmla="*/ 633348 h 1266696"/>
              <a:gd name="connsiteX3" fmla="*/ 318965 w 678871"/>
              <a:gd name="connsiteY3" fmla="*/ 1266696 h 1266696"/>
              <a:gd name="connsiteX4" fmla="*/ 0 w 678871"/>
              <a:gd name="connsiteY4" fmla="*/ 1266696 h 1266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8871" h="1266696">
                <a:moveTo>
                  <a:pt x="0" y="0"/>
                </a:moveTo>
                <a:lnTo>
                  <a:pt x="318965" y="0"/>
                </a:lnTo>
                <a:lnTo>
                  <a:pt x="678871" y="633348"/>
                </a:lnTo>
                <a:lnTo>
                  <a:pt x="318965" y="1266696"/>
                </a:lnTo>
                <a:lnTo>
                  <a:pt x="0" y="1266696"/>
                </a:lnTo>
                <a:close/>
              </a:path>
            </a:pathLst>
          </a:custGeom>
          <a:no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6"/>
              </a:solidFill>
            </a:endParaRPr>
          </a:p>
        </p:txBody>
      </p:sp>
      <p:sp>
        <p:nvSpPr>
          <p:cNvPr id="18" name="Hexagon 31">
            <a:extLst>
              <a:ext uri="{FF2B5EF4-FFF2-40B4-BE49-F238E27FC236}">
                <a16:creationId xmlns:a16="http://schemas.microsoft.com/office/drawing/2014/main" id="{61BB4AB0-7C5C-4697-A25B-0AFD8754AB52}"/>
              </a:ext>
            </a:extLst>
          </p:cNvPr>
          <p:cNvSpPr/>
          <p:nvPr userDrawn="1"/>
        </p:nvSpPr>
        <p:spPr>
          <a:xfrm>
            <a:off x="1580353" y="3182793"/>
            <a:ext cx="1455521" cy="1266696"/>
          </a:xfrm>
          <a:prstGeom prst="hexagon">
            <a:avLst>
              <a:gd name="adj" fmla="val 28413"/>
              <a:gd name="vf" fmla="val 115470"/>
            </a:avLst>
          </a:prstGeom>
          <a:noFill/>
          <a:ln w="19050">
            <a:solidFill>
              <a:schemeClr val="accent4">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solidFill>
                <a:schemeClr val="accent6"/>
              </a:solidFill>
            </a:endParaRPr>
          </a:p>
        </p:txBody>
      </p:sp>
      <p:sp>
        <p:nvSpPr>
          <p:cNvPr id="46" name="Freeform 45">
            <a:extLst>
              <a:ext uri="{FF2B5EF4-FFF2-40B4-BE49-F238E27FC236}">
                <a16:creationId xmlns:a16="http://schemas.microsoft.com/office/drawing/2014/main" id="{2363FF00-E570-D743-258E-E9FEF4F02A08}"/>
              </a:ext>
            </a:extLst>
          </p:cNvPr>
          <p:cNvSpPr/>
          <p:nvPr userDrawn="1"/>
        </p:nvSpPr>
        <p:spPr>
          <a:xfrm>
            <a:off x="6334981" y="5962237"/>
            <a:ext cx="1455521" cy="901561"/>
          </a:xfrm>
          <a:custGeom>
            <a:avLst/>
            <a:gdLst>
              <a:gd name="connsiteX0" fmla="*/ 359906 w 1455521"/>
              <a:gd name="connsiteY0" fmla="*/ 0 h 901561"/>
              <a:gd name="connsiteX1" fmla="*/ 1095615 w 1455521"/>
              <a:gd name="connsiteY1" fmla="*/ 0 h 901561"/>
              <a:gd name="connsiteX2" fmla="*/ 1455521 w 1455521"/>
              <a:gd name="connsiteY2" fmla="*/ 633348 h 901561"/>
              <a:gd name="connsiteX3" fmla="*/ 1303107 w 1455521"/>
              <a:gd name="connsiteY3" fmla="*/ 901561 h 901561"/>
              <a:gd name="connsiteX4" fmla="*/ 152415 w 1455521"/>
              <a:gd name="connsiteY4" fmla="*/ 901561 h 901561"/>
              <a:gd name="connsiteX5" fmla="*/ 0 w 1455521"/>
              <a:gd name="connsiteY5" fmla="*/ 633348 h 901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55521" h="901561">
                <a:moveTo>
                  <a:pt x="359906" y="0"/>
                </a:moveTo>
                <a:lnTo>
                  <a:pt x="1095615" y="0"/>
                </a:lnTo>
                <a:lnTo>
                  <a:pt x="1455521" y="633348"/>
                </a:lnTo>
                <a:lnTo>
                  <a:pt x="1303107" y="901561"/>
                </a:lnTo>
                <a:lnTo>
                  <a:pt x="152415" y="901561"/>
                </a:lnTo>
                <a:lnTo>
                  <a:pt x="0" y="633348"/>
                </a:lnTo>
                <a:close/>
              </a:path>
            </a:pathLst>
          </a:custGeom>
          <a:noFill/>
          <a:ln w="190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6"/>
              </a:solidFill>
            </a:endParaRPr>
          </a:p>
        </p:txBody>
      </p:sp>
      <p:sp>
        <p:nvSpPr>
          <p:cNvPr id="28" name="Content Placeholder 47">
            <a:extLst>
              <a:ext uri="{FF2B5EF4-FFF2-40B4-BE49-F238E27FC236}">
                <a16:creationId xmlns:a16="http://schemas.microsoft.com/office/drawing/2014/main" id="{073CD90F-1E45-47EC-B558-D5F638F5FE6F}"/>
              </a:ext>
            </a:extLst>
          </p:cNvPr>
          <p:cNvSpPr>
            <a:spLocks noGrp="1"/>
          </p:cNvSpPr>
          <p:nvPr>
            <p:ph type="pic" sz="quarter" idx="48"/>
          </p:nvPr>
        </p:nvSpPr>
        <p:spPr>
          <a:xfrm>
            <a:off x="2754948" y="2502098"/>
            <a:ext cx="1465840" cy="1289394"/>
          </a:xfrm>
          <a:prstGeom prst="hexagon">
            <a:avLst>
              <a:gd name="adj" fmla="val 28349"/>
              <a:gd name="vf" fmla="val 115470"/>
            </a:avLst>
          </a:prstGeom>
          <a:ln w="12700">
            <a:noFill/>
          </a:ln>
        </p:spPr>
        <p:txBody>
          <a:bodyPr>
            <a:noAutofit/>
          </a:bodyPr>
          <a:lstStyle>
            <a:lvl1pPr marL="0" indent="0" algn="l">
              <a:buFontTx/>
              <a:buNone/>
              <a:defRPr sz="1050">
                <a:solidFill>
                  <a:schemeClr val="accent6"/>
                </a:solidFill>
              </a:defRPr>
            </a:lvl1pPr>
          </a:lstStyle>
          <a:p>
            <a:r>
              <a:rPr lang="en-US" altLang="zh-CN"/>
              <a:t>Click icon to add picture</a:t>
            </a:r>
            <a:endParaRPr lang="en-US" altLang="zh-CN" dirty="0"/>
          </a:p>
        </p:txBody>
      </p:sp>
      <p:sp>
        <p:nvSpPr>
          <p:cNvPr id="29" name="Content Placeholder 47">
            <a:extLst>
              <a:ext uri="{FF2B5EF4-FFF2-40B4-BE49-F238E27FC236}">
                <a16:creationId xmlns:a16="http://schemas.microsoft.com/office/drawing/2014/main" id="{9A501203-35D0-41A5-A2A4-9F05FAB495C4}"/>
              </a:ext>
            </a:extLst>
          </p:cNvPr>
          <p:cNvSpPr>
            <a:spLocks noGrp="1"/>
          </p:cNvSpPr>
          <p:nvPr>
            <p:ph type="pic" sz="quarter" idx="49"/>
          </p:nvPr>
        </p:nvSpPr>
        <p:spPr>
          <a:xfrm>
            <a:off x="391110" y="2493385"/>
            <a:ext cx="1465840" cy="1289394"/>
          </a:xfrm>
          <a:prstGeom prst="hexagon">
            <a:avLst>
              <a:gd name="adj" fmla="val 28349"/>
              <a:gd name="vf" fmla="val 115470"/>
            </a:avLst>
          </a:prstGeom>
          <a:ln>
            <a:noFill/>
          </a:ln>
        </p:spPr>
        <p:txBody>
          <a:bodyPr>
            <a:noAutofit/>
          </a:bodyPr>
          <a:lstStyle>
            <a:lvl1pPr marL="0" indent="0" algn="l">
              <a:buFontTx/>
              <a:buNone/>
              <a:defRPr sz="1050">
                <a:solidFill>
                  <a:schemeClr val="accent6"/>
                </a:solidFill>
              </a:defRPr>
            </a:lvl1pPr>
          </a:lstStyle>
          <a:p>
            <a:r>
              <a:rPr lang="en-US" altLang="zh-CN"/>
              <a:t>Click icon to add picture</a:t>
            </a:r>
            <a:endParaRPr lang="en-US" altLang="zh-CN" dirty="0"/>
          </a:p>
        </p:txBody>
      </p:sp>
      <p:sp>
        <p:nvSpPr>
          <p:cNvPr id="30" name="Content Placeholder 47">
            <a:extLst>
              <a:ext uri="{FF2B5EF4-FFF2-40B4-BE49-F238E27FC236}">
                <a16:creationId xmlns:a16="http://schemas.microsoft.com/office/drawing/2014/main" id="{1FA62038-8BB7-45FD-896E-34738A5578BD}"/>
              </a:ext>
            </a:extLst>
          </p:cNvPr>
          <p:cNvSpPr>
            <a:spLocks noGrp="1"/>
          </p:cNvSpPr>
          <p:nvPr>
            <p:ph type="pic" sz="quarter" idx="50"/>
          </p:nvPr>
        </p:nvSpPr>
        <p:spPr>
          <a:xfrm>
            <a:off x="5151412" y="5238680"/>
            <a:ext cx="1465840" cy="1289394"/>
          </a:xfrm>
          <a:prstGeom prst="hexagon">
            <a:avLst>
              <a:gd name="adj" fmla="val 28349"/>
              <a:gd name="vf" fmla="val 115470"/>
            </a:avLst>
          </a:prstGeom>
          <a:ln w="12700">
            <a:noFill/>
          </a:ln>
        </p:spPr>
        <p:txBody>
          <a:bodyPr>
            <a:noAutofit/>
          </a:bodyPr>
          <a:lstStyle>
            <a:lvl1pPr marL="0" indent="0" algn="l">
              <a:buFontTx/>
              <a:buNone/>
              <a:defRPr sz="1050">
                <a:solidFill>
                  <a:schemeClr val="accent6"/>
                </a:solidFill>
              </a:defRPr>
            </a:lvl1pPr>
          </a:lstStyle>
          <a:p>
            <a:r>
              <a:rPr lang="en-US" altLang="zh-CN"/>
              <a:t>Click icon to add picture</a:t>
            </a:r>
            <a:endParaRPr lang="en-US" altLang="zh-CN" dirty="0"/>
          </a:p>
        </p:txBody>
      </p:sp>
      <p:sp>
        <p:nvSpPr>
          <p:cNvPr id="31" name="Content Placeholder 47">
            <a:extLst>
              <a:ext uri="{FF2B5EF4-FFF2-40B4-BE49-F238E27FC236}">
                <a16:creationId xmlns:a16="http://schemas.microsoft.com/office/drawing/2014/main" id="{9A7E0EE6-5885-489B-81A9-65DBC0016938}"/>
              </a:ext>
            </a:extLst>
          </p:cNvPr>
          <p:cNvSpPr>
            <a:spLocks noGrp="1"/>
          </p:cNvSpPr>
          <p:nvPr>
            <p:ph type="pic" sz="quarter" idx="51"/>
          </p:nvPr>
        </p:nvSpPr>
        <p:spPr>
          <a:xfrm>
            <a:off x="3948599" y="3194928"/>
            <a:ext cx="1465840" cy="1289394"/>
          </a:xfrm>
          <a:prstGeom prst="hexagon">
            <a:avLst>
              <a:gd name="adj" fmla="val 28349"/>
              <a:gd name="vf" fmla="val 115470"/>
            </a:avLst>
          </a:prstGeom>
          <a:ln w="12700">
            <a:noFill/>
          </a:ln>
        </p:spPr>
        <p:txBody>
          <a:bodyPr>
            <a:noAutofit/>
          </a:bodyPr>
          <a:lstStyle>
            <a:lvl1pPr marL="0" indent="0" algn="l">
              <a:buFontTx/>
              <a:buNone/>
              <a:defRPr sz="1050">
                <a:solidFill>
                  <a:schemeClr val="accent6"/>
                </a:solidFill>
              </a:defRPr>
            </a:lvl1pPr>
          </a:lstStyle>
          <a:p>
            <a:r>
              <a:rPr lang="en-US" altLang="zh-CN"/>
              <a:t>Click icon to add picture</a:t>
            </a:r>
            <a:endParaRPr lang="en-US" altLang="zh-CN" dirty="0"/>
          </a:p>
        </p:txBody>
      </p:sp>
      <p:sp>
        <p:nvSpPr>
          <p:cNvPr id="21" name="Content Placeholder 47" descr="Click icon to add picture">
            <a:extLst>
              <a:ext uri="{FF2B5EF4-FFF2-40B4-BE49-F238E27FC236}">
                <a16:creationId xmlns:a16="http://schemas.microsoft.com/office/drawing/2014/main" id="{B7E46D91-6194-E279-CAE3-425E21FD4A83}"/>
              </a:ext>
            </a:extLst>
          </p:cNvPr>
          <p:cNvSpPr>
            <a:spLocks noGrp="1"/>
          </p:cNvSpPr>
          <p:nvPr>
            <p:ph type="body" sz="quarter" idx="27" hasCustomPrompt="1"/>
          </p:nvPr>
        </p:nvSpPr>
        <p:spPr>
          <a:xfrm>
            <a:off x="6096000" y="3093990"/>
            <a:ext cx="3034145" cy="1879791"/>
          </a:xfrm>
          <a:prstGeom prst="rect">
            <a:avLst/>
          </a:prstGeom>
        </p:spPr>
        <p:txBody>
          <a:bodyPr anchor="t">
            <a:noAutofit/>
          </a:bodyPr>
          <a:lstStyle>
            <a:lvl1pPr marL="0" indent="0" algn="l">
              <a:lnSpc>
                <a:spcPct val="100000"/>
              </a:lnSpc>
              <a:buNone/>
              <a:defRPr sz="1800" b="0">
                <a:solidFill>
                  <a:schemeClr val="accent6"/>
                </a:solidFill>
              </a:defRPr>
            </a:lvl1pPr>
            <a:lvl2pPr>
              <a:defRPr sz="1000"/>
            </a:lvl2pPr>
            <a:lvl3pPr>
              <a:defRPr sz="900"/>
            </a:lvl3pPr>
            <a:lvl4pPr>
              <a:defRPr sz="800"/>
            </a:lvl4pPr>
            <a:lvl5pPr>
              <a:defRPr sz="800"/>
            </a:lvl5pPr>
          </a:lstStyle>
          <a:p>
            <a:pPr lvl="0"/>
            <a:r>
              <a:rPr lang="en-US" altLang="zh-CN" dirty="0"/>
              <a:t>Click to edit Master title style </a:t>
            </a:r>
          </a:p>
        </p:txBody>
      </p:sp>
      <p:sp>
        <p:nvSpPr>
          <p:cNvPr id="22" name="Title 1">
            <a:extLst>
              <a:ext uri="{FF2B5EF4-FFF2-40B4-BE49-F238E27FC236}">
                <a16:creationId xmlns:a16="http://schemas.microsoft.com/office/drawing/2014/main" id="{4722C9EB-D452-B3DF-5219-160F48DE789C}"/>
              </a:ext>
            </a:extLst>
          </p:cNvPr>
          <p:cNvSpPr>
            <a:spLocks noGrp="1"/>
          </p:cNvSpPr>
          <p:nvPr>
            <p:ph type="title"/>
          </p:nvPr>
        </p:nvSpPr>
        <p:spPr>
          <a:xfrm>
            <a:off x="6096000" y="1703538"/>
            <a:ext cx="5055698" cy="1325563"/>
          </a:xfrm>
        </p:spPr>
        <p:txBody>
          <a:bodyPr anchor="b">
            <a:noAutofit/>
          </a:bodyPr>
          <a:lstStyle>
            <a:lvl1pPr>
              <a:defRPr>
                <a:solidFill>
                  <a:schemeClr val="accent6"/>
                </a:solidFill>
              </a:defRPr>
            </a:lvl1pPr>
          </a:lstStyle>
          <a:p>
            <a:r>
              <a:rPr lang="en-US"/>
              <a:t>Click to edit Master title style</a:t>
            </a:r>
            <a:endParaRPr lang="en-US" dirty="0"/>
          </a:p>
        </p:txBody>
      </p:sp>
      <p:sp>
        <p:nvSpPr>
          <p:cNvPr id="40" name="Freeform 39">
            <a:extLst>
              <a:ext uri="{FF2B5EF4-FFF2-40B4-BE49-F238E27FC236}">
                <a16:creationId xmlns:a16="http://schemas.microsoft.com/office/drawing/2014/main" id="{E3C8467A-0A34-2A65-92FE-F12F6A3D84A6}"/>
              </a:ext>
            </a:extLst>
          </p:cNvPr>
          <p:cNvSpPr/>
          <p:nvPr userDrawn="1"/>
        </p:nvSpPr>
        <p:spPr>
          <a:xfrm>
            <a:off x="-6538" y="1815084"/>
            <a:ext cx="697438" cy="1266696"/>
          </a:xfrm>
          <a:custGeom>
            <a:avLst/>
            <a:gdLst>
              <a:gd name="connsiteX0" fmla="*/ 0 w 732607"/>
              <a:gd name="connsiteY0" fmla="*/ 0 h 1266696"/>
              <a:gd name="connsiteX1" fmla="*/ 372701 w 732607"/>
              <a:gd name="connsiteY1" fmla="*/ 0 h 1266696"/>
              <a:gd name="connsiteX2" fmla="*/ 732607 w 732607"/>
              <a:gd name="connsiteY2" fmla="*/ 633348 h 1266696"/>
              <a:gd name="connsiteX3" fmla="*/ 372701 w 732607"/>
              <a:gd name="connsiteY3" fmla="*/ 1266696 h 1266696"/>
              <a:gd name="connsiteX4" fmla="*/ 0 w 732607"/>
              <a:gd name="connsiteY4" fmla="*/ 1266696 h 1266696"/>
              <a:gd name="connsiteX0" fmla="*/ 43961 w 732607"/>
              <a:gd name="connsiteY0" fmla="*/ 8793 h 1266696"/>
              <a:gd name="connsiteX1" fmla="*/ 372701 w 732607"/>
              <a:gd name="connsiteY1" fmla="*/ 0 h 1266696"/>
              <a:gd name="connsiteX2" fmla="*/ 732607 w 732607"/>
              <a:gd name="connsiteY2" fmla="*/ 633348 h 1266696"/>
              <a:gd name="connsiteX3" fmla="*/ 372701 w 732607"/>
              <a:gd name="connsiteY3" fmla="*/ 1266696 h 1266696"/>
              <a:gd name="connsiteX4" fmla="*/ 0 w 732607"/>
              <a:gd name="connsiteY4" fmla="*/ 1266696 h 1266696"/>
              <a:gd name="connsiteX5" fmla="*/ 43961 w 732607"/>
              <a:gd name="connsiteY5" fmla="*/ 8793 h 1266696"/>
              <a:gd name="connsiteX0" fmla="*/ 8792 w 697438"/>
              <a:gd name="connsiteY0" fmla="*/ 8793 h 1266696"/>
              <a:gd name="connsiteX1" fmla="*/ 337532 w 697438"/>
              <a:gd name="connsiteY1" fmla="*/ 0 h 1266696"/>
              <a:gd name="connsiteX2" fmla="*/ 697438 w 697438"/>
              <a:gd name="connsiteY2" fmla="*/ 633348 h 1266696"/>
              <a:gd name="connsiteX3" fmla="*/ 337532 w 697438"/>
              <a:gd name="connsiteY3" fmla="*/ 1266696 h 1266696"/>
              <a:gd name="connsiteX4" fmla="*/ 0 w 697438"/>
              <a:gd name="connsiteY4" fmla="*/ 1266696 h 1266696"/>
              <a:gd name="connsiteX5" fmla="*/ 8792 w 697438"/>
              <a:gd name="connsiteY5" fmla="*/ 8793 h 126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97438" h="1266696">
                <a:moveTo>
                  <a:pt x="8792" y="8793"/>
                </a:moveTo>
                <a:lnTo>
                  <a:pt x="337532" y="0"/>
                </a:lnTo>
                <a:lnTo>
                  <a:pt x="697438" y="633348"/>
                </a:lnTo>
                <a:lnTo>
                  <a:pt x="337532" y="1266696"/>
                </a:lnTo>
                <a:lnTo>
                  <a:pt x="0" y="1266696"/>
                </a:lnTo>
                <a:cubicBezTo>
                  <a:pt x="0" y="844464"/>
                  <a:pt x="8792" y="431025"/>
                  <a:pt x="8792" y="8793"/>
                </a:cubicBezTo>
                <a:close/>
              </a:path>
            </a:pathLst>
          </a:custGeom>
          <a:noFill/>
          <a:ln w="19050">
            <a:solidFill>
              <a:schemeClr val="accent5">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accent6"/>
              </a:solidFill>
            </a:endParaRPr>
          </a:p>
        </p:txBody>
      </p:sp>
    </p:spTree>
    <p:extLst>
      <p:ext uri="{BB962C8B-B14F-4D97-AF65-F5344CB8AC3E}">
        <p14:creationId xmlns:p14="http://schemas.microsoft.com/office/powerpoint/2010/main" val="31473342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A4456-BEA8-14BD-6003-02F50AC41D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0462A7-D452-6A13-6274-29994465EFC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3612526-1EEB-3540-D173-AEDD77A525C1}"/>
              </a:ext>
            </a:extLst>
          </p:cNvPr>
          <p:cNvSpPr>
            <a:spLocks noGrp="1"/>
          </p:cNvSpPr>
          <p:nvPr>
            <p:ph type="dt" sz="half" idx="10"/>
          </p:nvPr>
        </p:nvSpPr>
        <p:spPr/>
        <p:txBody>
          <a:bodyPr/>
          <a:lstStyle/>
          <a:p>
            <a:fld id="{CB24DC77-4CA6-4C87-BE67-3601FCD8D56C}" type="datetimeFigureOut">
              <a:rPr lang="en-US" smtClean="0"/>
              <a:t>1/14/2025</a:t>
            </a:fld>
            <a:endParaRPr lang="en-US"/>
          </a:p>
        </p:txBody>
      </p:sp>
      <p:sp>
        <p:nvSpPr>
          <p:cNvPr id="5" name="Footer Placeholder 4">
            <a:extLst>
              <a:ext uri="{FF2B5EF4-FFF2-40B4-BE49-F238E27FC236}">
                <a16:creationId xmlns:a16="http://schemas.microsoft.com/office/drawing/2014/main" id="{CACD1253-220F-E1C7-BE0F-14FE193291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F56B1A-C368-B68F-55B1-3C97093CDF05}"/>
              </a:ext>
            </a:extLst>
          </p:cNvPr>
          <p:cNvSpPr>
            <a:spLocks noGrp="1"/>
          </p:cNvSpPr>
          <p:nvPr>
            <p:ph type="sldNum" sz="quarter" idx="12"/>
          </p:nvPr>
        </p:nvSpPr>
        <p:spPr/>
        <p:txBody>
          <a:bodyPr/>
          <a:lstStyle/>
          <a:p>
            <a:fld id="{D5F9BE7B-8C6A-4521-AC0D-F4FAD6600991}" type="slidenum">
              <a:rPr lang="en-US" smtClean="0"/>
              <a:t>‹#›</a:t>
            </a:fld>
            <a:endParaRPr lang="en-US"/>
          </a:p>
        </p:txBody>
      </p:sp>
    </p:spTree>
    <p:extLst>
      <p:ext uri="{BB962C8B-B14F-4D97-AF65-F5344CB8AC3E}">
        <p14:creationId xmlns:p14="http://schemas.microsoft.com/office/powerpoint/2010/main" val="15861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alpha val="20000"/>
          </a:schemeClr>
        </a:solidFill>
        <a:effectLst/>
      </p:bgPr>
    </p:bg>
    <p:spTree>
      <p:nvGrpSpPr>
        <p:cNvPr id="1" name=""/>
        <p:cNvGrpSpPr/>
        <p:nvPr/>
      </p:nvGrpSpPr>
      <p:grpSpPr>
        <a:xfrm>
          <a:off x="0" y="0"/>
          <a:ext cx="0" cy="0"/>
          <a:chOff x="0" y="0"/>
          <a:chExt cx="0" cy="0"/>
        </a:xfrm>
      </p:grpSpPr>
      <p:sp>
        <p:nvSpPr>
          <p:cNvPr id="4" name="Content placeholder 47">
            <a:extLst>
              <a:ext uri="{FF2B5EF4-FFF2-40B4-BE49-F238E27FC236}">
                <a16:creationId xmlns:a16="http://schemas.microsoft.com/office/drawing/2014/main" id="{28B6388A-37D2-4382-A7FC-9B9A76BDE84D}"/>
              </a:ext>
            </a:extLst>
          </p:cNvPr>
          <p:cNvSpPr>
            <a:spLocks noGrp="1"/>
          </p:cNvSpPr>
          <p:nvPr>
            <p:ph type="sldNum" sz="quarter" idx="4"/>
          </p:nvPr>
        </p:nvSpPr>
        <p:spPr>
          <a:xfrm>
            <a:off x="11194169" y="6217920"/>
            <a:ext cx="458592" cy="365125"/>
          </a:xfrm>
          <a:prstGeom prst="rect">
            <a:avLst/>
          </a:prstGeom>
        </p:spPr>
        <p:txBody>
          <a:bodyPr vert="horz" lIns="91440" tIns="45720" rIns="91440" bIns="45720" rtlCol="0" anchor="ctr">
            <a:noAutofit/>
          </a:bodyPr>
          <a:lstStyle>
            <a:lvl1pPr algn="ctr">
              <a:defRPr sz="1200">
                <a:solidFill>
                  <a:schemeClr val="accent6"/>
                </a:solidFill>
                <a:latin typeface="+mn-lt"/>
              </a:defRPr>
            </a:lvl1pPr>
          </a:lstStyle>
          <a:p>
            <a:fld id="{47FEACEE-25B4-4A2D-B147-27296E36371D}" type="slidenum">
              <a:rPr lang="en-US" altLang="zh-CN" smtClean="0"/>
              <a:pPr/>
              <a:t>‹#›</a:t>
            </a:fld>
            <a:endParaRPr lang="en-US" altLang="zh-CN" dirty="0"/>
          </a:p>
        </p:txBody>
      </p:sp>
      <p:sp>
        <p:nvSpPr>
          <p:cNvPr id="6" name="Text Placeholder 2">
            <a:extLst>
              <a:ext uri="{FF2B5EF4-FFF2-40B4-BE49-F238E27FC236}">
                <a16:creationId xmlns:a16="http://schemas.microsoft.com/office/drawing/2014/main" id="{18CB8A3D-9A54-FD7C-F6A5-B33E6C891A4E}"/>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itle Placeholder 4">
            <a:extLst>
              <a:ext uri="{FF2B5EF4-FFF2-40B4-BE49-F238E27FC236}">
                <a16:creationId xmlns:a16="http://schemas.microsoft.com/office/drawing/2014/main" id="{F38A7675-78A2-B642-22AF-B98514C68B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noProof="0"/>
              <a:t>Click to edit Master title style</a:t>
            </a:r>
          </a:p>
        </p:txBody>
      </p:sp>
      <p:sp>
        <p:nvSpPr>
          <p:cNvPr id="8" name="Footer Placeholder 7">
            <a:extLst>
              <a:ext uri="{FF2B5EF4-FFF2-40B4-BE49-F238E27FC236}">
                <a16:creationId xmlns:a16="http://schemas.microsoft.com/office/drawing/2014/main" id="{C176125D-E69D-E2ED-1549-3D67DBD487E0}"/>
              </a:ext>
            </a:extLst>
          </p:cNvPr>
          <p:cNvSpPr>
            <a:spLocks noGrp="1"/>
          </p:cNvSpPr>
          <p:nvPr>
            <p:ph type="ftr" sz="quarter" idx="3"/>
          </p:nvPr>
        </p:nvSpPr>
        <p:spPr>
          <a:xfrm>
            <a:off x="484632" y="6217920"/>
            <a:ext cx="4114800" cy="365125"/>
          </a:xfrm>
          <a:prstGeom prst="rect">
            <a:avLst/>
          </a:prstGeom>
        </p:spPr>
        <p:txBody>
          <a:bodyPr vert="horz" lIns="91440" tIns="45720" rIns="91440" bIns="45720" rtlCol="0" anchor="ctr">
            <a:noAutofit/>
          </a:bodyPr>
          <a:lstStyle>
            <a:lvl1pPr algn="l">
              <a:defRPr sz="1200">
                <a:solidFill>
                  <a:schemeClr val="accent6"/>
                </a:solidFill>
                <a:latin typeface="+mn-lt"/>
              </a:defRPr>
            </a:lvl1pPr>
          </a:lstStyle>
          <a:p>
            <a:r>
              <a:rPr lang="en-US"/>
              <a:t>Presentation title</a:t>
            </a:r>
            <a:endParaRPr lang="en-US" dirty="0"/>
          </a:p>
        </p:txBody>
      </p:sp>
    </p:spTree>
    <p:extLst>
      <p:ext uri="{BB962C8B-B14F-4D97-AF65-F5344CB8AC3E}">
        <p14:creationId xmlns:p14="http://schemas.microsoft.com/office/powerpoint/2010/main" val="2020574204"/>
      </p:ext>
    </p:extLst>
  </p:cSld>
  <p:clrMap bg1="lt1" tx1="dk1" bg2="lt2" tx2="dk2" accent1="accent1" accent2="accent2" accent3="accent3" accent4="accent4" accent5="accent5" accent6="accent6" hlink="hlink" folHlink="folHlink"/>
  <p:sldLayoutIdLst>
    <p:sldLayoutId id="2147483667" r:id="rId1"/>
    <p:sldLayoutId id="2147483652"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8" r:id="rId11"/>
    <p:sldLayoutId id="2147483661" r:id="rId12"/>
    <p:sldLayoutId id="2147483662" r:id="rId13"/>
    <p:sldLayoutId id="2147483663" r:id="rId14"/>
    <p:sldLayoutId id="2147483664" r:id="rId15"/>
    <p:sldLayoutId id="2147483665" r:id="rId16"/>
    <p:sldLayoutId id="2147483669" r:id="rId17"/>
  </p:sldLayoutIdLst>
  <p:hf hdr="0" dt="0"/>
  <p:txStyles>
    <p:titleStyle>
      <a:lvl1pPr algn="l" defTabSz="914400" rtl="0" eaLnBrk="1" latinLnBrk="0" hangingPunct="1">
        <a:lnSpc>
          <a:spcPct val="90000"/>
        </a:lnSpc>
        <a:spcBef>
          <a:spcPct val="0"/>
        </a:spcBef>
        <a:buNone/>
        <a:defRPr sz="4400" b="1" kern="1200">
          <a:solidFill>
            <a:schemeClr val="accent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accent6"/>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32" userDrawn="1">
          <p15:clr>
            <a:srgbClr val="F26B43"/>
          </p15:clr>
        </p15:guide>
        <p15:guide id="2" pos="3840" userDrawn="1">
          <p15:clr>
            <a:srgbClr val="F26B43"/>
          </p15:clr>
        </p15:guide>
        <p15:guide id="3" pos="5640" userDrawn="1">
          <p15:clr>
            <a:srgbClr val="F26B43"/>
          </p15:clr>
        </p15:guide>
        <p15:guide id="4" pos="1656" userDrawn="1">
          <p15:clr>
            <a:srgbClr val="F26B43"/>
          </p15:clr>
        </p15:guide>
        <p15:guide id="5" pos="520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3.png"/><Relationship Id="rId1" Type="http://schemas.openxmlformats.org/officeDocument/2006/relationships/slideLayout" Target="../slideLayouts/slideLayout1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6.xml"/><Relationship Id="rId1" Type="http://schemas.openxmlformats.org/officeDocument/2006/relationships/slideLayout" Target="../slideLayouts/slideLayout16.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image" Target="../media/image1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ề 1">
            <a:extLst>
              <a:ext uri="{FF2B5EF4-FFF2-40B4-BE49-F238E27FC236}">
                <a16:creationId xmlns:a16="http://schemas.microsoft.com/office/drawing/2014/main" id="{FDB8CFF3-B227-E876-FD8C-7BFDA55DDD06}"/>
              </a:ext>
            </a:extLst>
          </p:cNvPr>
          <p:cNvSpPr>
            <a:spLocks noGrp="1"/>
          </p:cNvSpPr>
          <p:nvPr>
            <p:ph type="ctrTitle"/>
          </p:nvPr>
        </p:nvSpPr>
        <p:spPr>
          <a:xfrm>
            <a:off x="1463488" y="457200"/>
            <a:ext cx="9144000" cy="840442"/>
          </a:xfrm>
        </p:spPr>
        <p:txBody>
          <a:bodyPr>
            <a:normAutofit fontScale="90000"/>
          </a:bodyPr>
          <a:lstStyle/>
          <a:p>
            <a:pPr algn="ctr">
              <a:lnSpc>
                <a:spcPct val="150000"/>
              </a:lnSpc>
            </a:pPr>
            <a:r>
              <a:rPr lang="en-US" sz="1800">
                <a:latin typeface="Roboto" panose="02000000000000000000" pitchFamily="2" charset="0"/>
                <a:ea typeface="Roboto" panose="02000000000000000000" pitchFamily="2" charset="0"/>
              </a:rPr>
              <a:t>THỰC TẬP ĐỒ ÁN CHUYÊN NGÀNH </a:t>
            </a:r>
            <a:br>
              <a:rPr lang="vi-VN" sz="1800" dirty="0">
                <a:effectLst/>
                <a:latin typeface="Roboto" panose="02000000000000000000" pitchFamily="2" charset="0"/>
                <a:ea typeface="Roboto" panose="02000000000000000000" pitchFamily="2" charset="0"/>
              </a:rPr>
            </a:br>
            <a:r>
              <a:rPr lang="en-US" sz="1800" b="1" dirty="0">
                <a:effectLst/>
                <a:latin typeface="Roboto" panose="02000000000000000000" pitchFamily="2" charset="0"/>
                <a:ea typeface="Roboto" panose="02000000000000000000" pitchFamily="2" charset="0"/>
              </a:rPr>
              <a:t>HỌC KỲ 1, NĂM </a:t>
            </a:r>
            <a:r>
              <a:rPr lang="en-US" sz="1800" b="1">
                <a:effectLst/>
                <a:latin typeface="Roboto" panose="02000000000000000000" pitchFamily="2" charset="0"/>
                <a:ea typeface="Roboto" panose="02000000000000000000" pitchFamily="2" charset="0"/>
              </a:rPr>
              <a:t>HỌC 2024-2025</a:t>
            </a:r>
            <a:endParaRPr lang="vi-VN" sz="1800" dirty="0">
              <a:effectLst/>
              <a:latin typeface="Roboto" panose="02000000000000000000" pitchFamily="2" charset="0"/>
              <a:ea typeface="Roboto" panose="02000000000000000000" pitchFamily="2" charset="0"/>
            </a:endParaRPr>
          </a:p>
        </p:txBody>
      </p:sp>
      <p:sp>
        <p:nvSpPr>
          <p:cNvPr id="3" name="Tiêu đề phụ 2">
            <a:extLst>
              <a:ext uri="{FF2B5EF4-FFF2-40B4-BE49-F238E27FC236}">
                <a16:creationId xmlns:a16="http://schemas.microsoft.com/office/drawing/2014/main" id="{3F9235B5-4F7F-1AA1-BCAB-1A7ADA5F04DE}"/>
              </a:ext>
            </a:extLst>
          </p:cNvPr>
          <p:cNvSpPr>
            <a:spLocks noGrp="1"/>
          </p:cNvSpPr>
          <p:nvPr>
            <p:ph type="subTitle" idx="1"/>
          </p:nvPr>
        </p:nvSpPr>
        <p:spPr>
          <a:xfrm>
            <a:off x="2117912" y="2856188"/>
            <a:ext cx="8227359" cy="1145624"/>
          </a:xfrm>
        </p:spPr>
        <p:txBody>
          <a:bodyPr>
            <a:normAutofit/>
          </a:bodyPr>
          <a:lstStyle/>
          <a:p>
            <a:r>
              <a:rPr lang="en-US" sz="3500" b="1">
                <a:effectLst/>
                <a:latin typeface="Roboto" panose="02000000000000000000" pitchFamily="2" charset="0"/>
                <a:ea typeface="Roboto" panose="02000000000000000000" pitchFamily="2" charset="0"/>
              </a:rPr>
              <a:t>XÂY DỰNG WEBSITE THƯƠNG MẠI ĐIỆN TỬ GIÀY THỜI TRANG NODE.JS</a:t>
            </a:r>
            <a:endParaRPr lang="vi-VN" sz="3500">
              <a:effectLst/>
              <a:latin typeface="Roboto" panose="02000000000000000000" pitchFamily="2" charset="0"/>
              <a:ea typeface="Roboto" panose="02000000000000000000" pitchFamily="2" charset="0"/>
            </a:endParaRPr>
          </a:p>
          <a:p>
            <a:endParaRPr lang="vi-VN" sz="3500" dirty="0">
              <a:latin typeface="Roboto" panose="02000000000000000000" pitchFamily="2" charset="0"/>
              <a:ea typeface="Roboto" panose="02000000000000000000" pitchFamily="2" charset="0"/>
            </a:endParaRPr>
          </a:p>
        </p:txBody>
      </p:sp>
      <p:sp>
        <p:nvSpPr>
          <p:cNvPr id="6" name="Hộp Văn bản 5">
            <a:extLst>
              <a:ext uri="{FF2B5EF4-FFF2-40B4-BE49-F238E27FC236}">
                <a16:creationId xmlns:a16="http://schemas.microsoft.com/office/drawing/2014/main" id="{54CE5BFB-CC36-DD10-06A0-9DB3689EE244}"/>
              </a:ext>
            </a:extLst>
          </p:cNvPr>
          <p:cNvSpPr txBox="1"/>
          <p:nvPr/>
        </p:nvSpPr>
        <p:spPr>
          <a:xfrm>
            <a:off x="4727012" y="5571589"/>
            <a:ext cx="3009157" cy="646331"/>
          </a:xfrm>
          <a:prstGeom prst="rect">
            <a:avLst/>
          </a:prstGeom>
          <a:noFill/>
        </p:spPr>
        <p:txBody>
          <a:bodyPr wrap="none" rtlCol="0">
            <a:spAutoFit/>
          </a:bodyPr>
          <a:lstStyle/>
          <a:p>
            <a:r>
              <a:rPr lang="en-US" sz="1800" b="1" i="1" err="1">
                <a:effectLst/>
                <a:latin typeface="Roboto" panose="02000000000000000000" pitchFamily="2" charset="0"/>
                <a:ea typeface="Roboto" panose="02000000000000000000" pitchFamily="2" charset="0"/>
              </a:rPr>
              <a:t>Trà</a:t>
            </a:r>
            <a:r>
              <a:rPr lang="en-US" sz="1800" b="1" i="1">
                <a:effectLst/>
                <a:latin typeface="Roboto" panose="02000000000000000000" pitchFamily="2" charset="0"/>
                <a:ea typeface="Roboto" panose="02000000000000000000" pitchFamily="2" charset="0"/>
              </a:rPr>
              <a:t> Vinh, tháng 1 năm 2025</a:t>
            </a:r>
            <a:endParaRPr lang="vi-VN" sz="1800">
              <a:effectLst/>
              <a:latin typeface="Roboto" panose="02000000000000000000" pitchFamily="2" charset="0"/>
              <a:ea typeface="Roboto" panose="02000000000000000000" pitchFamily="2" charset="0"/>
            </a:endParaRPr>
          </a:p>
          <a:p>
            <a:endParaRPr lang="vi-VN">
              <a:latin typeface="Roboto" panose="02000000000000000000" pitchFamily="2" charset="0"/>
              <a:ea typeface="Roboto" panose="02000000000000000000" pitchFamily="2" charset="0"/>
            </a:endParaRPr>
          </a:p>
        </p:txBody>
      </p:sp>
      <p:pic>
        <p:nvPicPr>
          <p:cNvPr id="1026" name="Picture 2">
            <a:extLst>
              <a:ext uri="{FF2B5EF4-FFF2-40B4-BE49-F238E27FC236}">
                <a16:creationId xmlns:a16="http://schemas.microsoft.com/office/drawing/2014/main" id="{16177426-8579-4FE0-9446-59AD976515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8800" y="1537256"/>
            <a:ext cx="9144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Slide Number Placeholder 6">
            <a:extLst>
              <a:ext uri="{FF2B5EF4-FFF2-40B4-BE49-F238E27FC236}">
                <a16:creationId xmlns:a16="http://schemas.microsoft.com/office/drawing/2014/main" id="{24FB4693-BBFF-A64A-8D64-7A261A98B970}"/>
              </a:ext>
            </a:extLst>
          </p:cNvPr>
          <p:cNvSpPr>
            <a:spLocks noGrp="1"/>
          </p:cNvSpPr>
          <p:nvPr>
            <p:ph type="sldNum" sz="quarter" idx="12"/>
          </p:nvPr>
        </p:nvSpPr>
        <p:spPr/>
        <p:txBody>
          <a:bodyPr/>
          <a:lstStyle/>
          <a:p>
            <a:fld id="{E4B5E362-469B-43B9-A133-178F0BAD0EDC}" type="slidenum">
              <a:rPr lang="vi-VN" smtClean="0">
                <a:latin typeface="Roboto" panose="02000000000000000000" pitchFamily="2" charset="0"/>
                <a:ea typeface="Roboto" panose="02000000000000000000" pitchFamily="2" charset="0"/>
              </a:rPr>
              <a:t>1</a:t>
            </a:fld>
            <a:endParaRPr lang="vi-VN">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1697867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B5724-DD81-6990-7D94-CA8C916F5E55}"/>
              </a:ext>
            </a:extLst>
          </p:cNvPr>
          <p:cNvSpPr>
            <a:spLocks noGrp="1"/>
          </p:cNvSpPr>
          <p:nvPr>
            <p:ph type="title"/>
          </p:nvPr>
        </p:nvSpPr>
        <p:spPr>
          <a:xfrm>
            <a:off x="1484764" y="1986926"/>
            <a:ext cx="5257793" cy="2057441"/>
          </a:xfrm>
        </p:spPr>
        <p:txBody>
          <a:bodyPr/>
          <a:lstStyle/>
          <a:p>
            <a:r>
              <a:rPr lang="en-US" sz="3000" b="1">
                <a:effectLst/>
                <a:latin typeface="Roboto" panose="02000000000000000000" pitchFamily="2" charset="0"/>
                <a:ea typeface="Roboto" panose="02000000000000000000" pitchFamily="2" charset="0"/>
              </a:rPr>
              <a:t>XÂY DỰNG WEBSITE THƯƠNG MẠI ĐIỆN TỬ GIÀY THỜI TRANG NODE.JS</a:t>
            </a:r>
            <a:br>
              <a:rPr lang="vi-VN" sz="3000">
                <a:effectLst/>
                <a:latin typeface="Roboto" panose="02000000000000000000" pitchFamily="2" charset="0"/>
                <a:ea typeface="Roboto" panose="02000000000000000000" pitchFamily="2" charset="0"/>
              </a:rPr>
            </a:br>
            <a:endParaRPr lang="vi-VN" sz="3000" dirty="0">
              <a:latin typeface="Roboto" panose="02000000000000000000" pitchFamily="2" charset="0"/>
              <a:ea typeface="Roboto" panose="02000000000000000000" pitchFamily="2" charset="0"/>
            </a:endParaRPr>
          </a:p>
        </p:txBody>
      </p:sp>
      <p:sp>
        <p:nvSpPr>
          <p:cNvPr id="3" name="Text Placeholder 2">
            <a:extLst>
              <a:ext uri="{FF2B5EF4-FFF2-40B4-BE49-F238E27FC236}">
                <a16:creationId xmlns:a16="http://schemas.microsoft.com/office/drawing/2014/main" id="{E301D76E-59FD-5F9B-8746-903ADF495825}"/>
              </a:ext>
            </a:extLst>
          </p:cNvPr>
          <p:cNvSpPr>
            <a:spLocks noGrp="1"/>
          </p:cNvSpPr>
          <p:nvPr>
            <p:ph type="body" sz="quarter" idx="28"/>
          </p:nvPr>
        </p:nvSpPr>
        <p:spPr>
          <a:xfrm>
            <a:off x="1592400" y="4205986"/>
            <a:ext cx="2907881" cy="760288"/>
          </a:xfrm>
        </p:spPr>
        <p:txBody>
          <a:bodyPr/>
          <a:lstStyle/>
          <a:p>
            <a:r>
              <a:rPr lang="en-US" dirty="0" err="1">
                <a:latin typeface="Posterama Text Black (Headings)"/>
                <a:cs typeface="Times New Roman" panose="02020603050405020304" pitchFamily="18" charset="0"/>
              </a:rPr>
              <a:t>Sử</a:t>
            </a:r>
            <a:r>
              <a:rPr lang="en-US" dirty="0">
                <a:latin typeface="Posterama Text Black (Headings)"/>
                <a:cs typeface="Times New Roman" panose="02020603050405020304" pitchFamily="18" charset="0"/>
              </a:rPr>
              <a:t> </a:t>
            </a:r>
            <a:r>
              <a:rPr lang="en-US" dirty="0" err="1">
                <a:latin typeface="Posterama Text Black (Headings)"/>
                <a:cs typeface="Times New Roman" panose="02020603050405020304" pitchFamily="18" charset="0"/>
              </a:rPr>
              <a:t>dụng</a:t>
            </a:r>
            <a:r>
              <a:rPr lang="en-US" dirty="0">
                <a:latin typeface="Posterama Text Black (Headings)"/>
                <a:cs typeface="Times New Roman" panose="02020603050405020304" pitchFamily="18" charset="0"/>
              </a:rPr>
              <a:t> </a:t>
            </a:r>
            <a:r>
              <a:rPr lang="en-US" dirty="0" err="1">
                <a:latin typeface="Posterama Text Black (Headings)"/>
                <a:cs typeface="Times New Roman" panose="02020603050405020304" pitchFamily="18" charset="0"/>
              </a:rPr>
              <a:t>Reactjs</a:t>
            </a:r>
            <a:r>
              <a:rPr lang="en-US">
                <a:latin typeface="Posterama Text Black (Headings)"/>
                <a:cs typeface="Times New Roman" panose="02020603050405020304" pitchFamily="18" charset="0"/>
              </a:rPr>
              <a:t>, Nodejs </a:t>
            </a:r>
            <a:r>
              <a:rPr lang="en-US" dirty="0" err="1">
                <a:latin typeface="Posterama Text Black (Headings)"/>
                <a:cs typeface="Times New Roman" panose="02020603050405020304" pitchFamily="18" charset="0"/>
              </a:rPr>
              <a:t>và</a:t>
            </a:r>
            <a:r>
              <a:rPr lang="en-US" dirty="0">
                <a:latin typeface="Posterama Text Black (Headings)"/>
                <a:cs typeface="Times New Roman" panose="02020603050405020304" pitchFamily="18" charset="0"/>
              </a:rPr>
              <a:t> MySQL</a:t>
            </a:r>
          </a:p>
        </p:txBody>
      </p:sp>
      <p:sp>
        <p:nvSpPr>
          <p:cNvPr id="4" name="Footer Placeholder 3">
            <a:extLst>
              <a:ext uri="{FF2B5EF4-FFF2-40B4-BE49-F238E27FC236}">
                <a16:creationId xmlns:a16="http://schemas.microsoft.com/office/drawing/2014/main" id="{E6D1F995-917F-BA2A-B3E9-92C1C77CF5B6}"/>
              </a:ext>
            </a:extLst>
          </p:cNvPr>
          <p:cNvSpPr txBox="1">
            <a:spLocks/>
          </p:cNvSpPr>
          <p:nvPr/>
        </p:nvSpPr>
        <p:spPr>
          <a:xfrm>
            <a:off x="484632" y="6217920"/>
            <a:ext cx="3074356"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latin typeface="Roboto" panose="02000000000000000000" pitchFamily="2" charset="0"/>
                <a:ea typeface="Roboto" panose="02000000000000000000" pitchFamily="2" charset="0"/>
              </a:rPr>
              <a:t>XÂY DỰNG WEBSITE BÁN PC</a:t>
            </a:r>
            <a:endParaRPr lang="vi-VN" sz="1000" dirty="0">
              <a:latin typeface="Roboto" panose="02000000000000000000" pitchFamily="2" charset="0"/>
              <a:ea typeface="Roboto" panose="02000000000000000000" pitchFamily="2" charset="0"/>
            </a:endParaRPr>
          </a:p>
        </p:txBody>
      </p:sp>
      <p:pic>
        <p:nvPicPr>
          <p:cNvPr id="5" name="Picture Placeholder 29">
            <a:extLst>
              <a:ext uri="{FF2B5EF4-FFF2-40B4-BE49-F238E27FC236}">
                <a16:creationId xmlns:a16="http://schemas.microsoft.com/office/drawing/2014/main" id="{DEAD439B-708A-44FB-A330-41B4A20F2CC7}"/>
              </a:ext>
            </a:extLst>
          </p:cNvPr>
          <p:cNvPicPr>
            <a:picLocks noChangeAspect="1"/>
          </p:cNvPicPr>
          <p:nvPr/>
        </p:nvPicPr>
        <p:blipFill>
          <a:blip r:embed="rId2"/>
          <a:srcRect t="4004" b="4004"/>
          <a:stretch>
            <a:fillRect/>
          </a:stretch>
        </p:blipFill>
        <p:spPr>
          <a:xfrm>
            <a:off x="6963916" y="482473"/>
            <a:ext cx="4405503" cy="5066346"/>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spTree>
    <p:extLst>
      <p:ext uri="{BB962C8B-B14F-4D97-AF65-F5344CB8AC3E}">
        <p14:creationId xmlns:p14="http://schemas.microsoft.com/office/powerpoint/2010/main" val="40179584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6C0CA-C3F8-BA76-6A59-E411ECC4785D}"/>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979EE6F-60BB-B17E-2331-6DCEB189F42E}"/>
              </a:ext>
            </a:extLst>
          </p:cNvPr>
          <p:cNvSpPr>
            <a:spLocks noGrp="1"/>
          </p:cNvSpPr>
          <p:nvPr>
            <p:ph type="sldNum" sz="quarter" idx="12"/>
          </p:nvPr>
        </p:nvSpPr>
        <p:spPr/>
        <p:txBody>
          <a:bodyPr/>
          <a:lstStyle/>
          <a:p>
            <a:fld id="{D5F9BE7B-8C6A-4521-AC0D-F4FAD6600991}" type="slidenum">
              <a:rPr lang="en-US" smtClean="0"/>
              <a:t>3</a:t>
            </a:fld>
            <a:endParaRPr lang="en-US"/>
          </a:p>
        </p:txBody>
      </p:sp>
      <p:sp>
        <p:nvSpPr>
          <p:cNvPr id="7" name="TextBox 6">
            <a:extLst>
              <a:ext uri="{FF2B5EF4-FFF2-40B4-BE49-F238E27FC236}">
                <a16:creationId xmlns:a16="http://schemas.microsoft.com/office/drawing/2014/main" id="{DF86ADCB-D8BC-5375-4CF5-C222A128F060}"/>
              </a:ext>
            </a:extLst>
          </p:cNvPr>
          <p:cNvSpPr txBox="1"/>
          <p:nvPr/>
        </p:nvSpPr>
        <p:spPr>
          <a:xfrm>
            <a:off x="484632" y="1007687"/>
            <a:ext cx="8327674" cy="3785652"/>
          </a:xfrm>
          <a:prstGeom prst="rect">
            <a:avLst/>
          </a:prstGeom>
          <a:noFill/>
        </p:spPr>
        <p:txBody>
          <a:bodyPr wrap="square">
            <a:spAutoFit/>
          </a:bodyPr>
          <a:lstStyle/>
          <a:p>
            <a:r>
              <a:rPr lang="vi-VN" sz="1500">
                <a:latin typeface="Roboto" panose="02000000000000000000" pitchFamily="2" charset="0"/>
                <a:ea typeface="Roboto" panose="02000000000000000000" pitchFamily="2" charset="0"/>
              </a:rPr>
              <a:t>Trong bối cảnh công nghệ phát triển mạnh mẽ, việc mua sắm trực tuyến ngày càng trở nên phổ biến, đặc biệt là đối với các sản phẩm thời trang như giày dép. Nhu cầu sở hữu những đôi giày chất lượng, phù hợp với phong cách cá nhân, cùng với việc so sánh giá cả và đặt hàng trực tuyến nhanh chóng, an toàn đang ngày càng tăng cao. Tuy nhiên, nhiều người dùng vẫn gặp khó khăn trong việc tìm kiếm thông tin chi tiết về sản phẩm, so sánh các mẫu mã và thực hiện giao dịch trực tuyến một cách tiện lợi.</a:t>
            </a:r>
          </a:p>
          <a:p>
            <a:r>
              <a:rPr lang="vi-VN" sz="1500">
                <a:latin typeface="Roboto" panose="02000000000000000000" pitchFamily="2" charset="0"/>
                <a:ea typeface="Roboto" panose="02000000000000000000" pitchFamily="2" charset="0"/>
              </a:rPr>
              <a:t>Để giải quyết vấn đề này, việc xây dựng một website bán giày hiện đại, dễ sử dụng và tối ưu hóa trải nghiệm người dùng là vô cùng cần thiết. Website sẽ giúp khách hàng dễ dàng tìm kiếm, lựa chọn và so sánh các mẫu giày, từ đó đưa ra quyết định mua sắm thông minh. Đồng thời, nền tảng này sẽ hỗ trợ khách hàng thực hiện các giao dịch trực tuyến một cách nhanh chóng và đảm bảo an toàn.</a:t>
            </a:r>
          </a:p>
          <a:p>
            <a:r>
              <a:rPr lang="vi-VN" sz="1500">
                <a:latin typeface="Roboto" panose="02000000000000000000" pitchFamily="2" charset="0"/>
                <a:ea typeface="Roboto" panose="02000000000000000000" pitchFamily="2" charset="0"/>
              </a:rPr>
              <a:t>Dự án sẽ sử dụng hai công nghệ chính là </a:t>
            </a:r>
            <a:r>
              <a:rPr lang="vi-VN" sz="1500" b="1">
                <a:latin typeface="Roboto" panose="02000000000000000000" pitchFamily="2" charset="0"/>
                <a:ea typeface="Roboto" panose="02000000000000000000" pitchFamily="2" charset="0"/>
              </a:rPr>
              <a:t>ReactJS</a:t>
            </a:r>
            <a:r>
              <a:rPr lang="vi-VN" sz="1500">
                <a:latin typeface="Roboto" panose="02000000000000000000" pitchFamily="2" charset="0"/>
                <a:ea typeface="Roboto" panose="02000000000000000000" pitchFamily="2" charset="0"/>
              </a:rPr>
              <a:t> và </a:t>
            </a:r>
            <a:r>
              <a:rPr lang="vi-VN" sz="1500" b="1">
                <a:latin typeface="Roboto" panose="02000000000000000000" pitchFamily="2" charset="0"/>
                <a:ea typeface="Roboto" panose="02000000000000000000" pitchFamily="2" charset="0"/>
              </a:rPr>
              <a:t>Node.js</a:t>
            </a:r>
            <a:r>
              <a:rPr lang="vi-VN" sz="1500">
                <a:latin typeface="Roboto" panose="02000000000000000000" pitchFamily="2" charset="0"/>
                <a:ea typeface="Roboto" panose="02000000000000000000" pitchFamily="2" charset="0"/>
              </a:rPr>
              <a:t> để phát triển. </a:t>
            </a:r>
            <a:r>
              <a:rPr lang="vi-VN" sz="1500" b="1">
                <a:latin typeface="Roboto" panose="02000000000000000000" pitchFamily="2" charset="0"/>
                <a:ea typeface="Roboto" panose="02000000000000000000" pitchFamily="2" charset="0"/>
              </a:rPr>
              <a:t>ReactJS</a:t>
            </a:r>
            <a:r>
              <a:rPr lang="vi-VN" sz="1500">
                <a:latin typeface="Roboto" panose="02000000000000000000" pitchFamily="2" charset="0"/>
                <a:ea typeface="Roboto" panose="02000000000000000000" pitchFamily="2" charset="0"/>
              </a:rPr>
              <a:t> đảm nhận vai trò xây dựng giao diện người dùng, mang lại trải nghiệm trực quan, mượt mà và hiện đại. </a:t>
            </a:r>
            <a:r>
              <a:rPr lang="vi-VN" sz="1500" b="1">
                <a:latin typeface="Roboto" panose="02000000000000000000" pitchFamily="2" charset="0"/>
                <a:ea typeface="Roboto" panose="02000000000000000000" pitchFamily="2" charset="0"/>
              </a:rPr>
              <a:t>Node.js</a:t>
            </a:r>
            <a:r>
              <a:rPr lang="vi-VN" sz="1500">
                <a:latin typeface="Roboto" panose="02000000000000000000" pitchFamily="2" charset="0"/>
                <a:ea typeface="Roboto" panose="02000000000000000000" pitchFamily="2" charset="0"/>
              </a:rPr>
              <a:t> sẽ được sử dụng cho phần xử lý phía server, bao gồm quản lý cơ sở dữ liệu, xử lý giao dịch thanh toán và đảm bảo tính bảo mật. Hệ quản trị cơ sở dữ liệu </a:t>
            </a:r>
            <a:r>
              <a:rPr lang="vi-VN" sz="1500" b="1">
                <a:latin typeface="Roboto" panose="02000000000000000000" pitchFamily="2" charset="0"/>
                <a:ea typeface="Roboto" panose="02000000000000000000" pitchFamily="2" charset="0"/>
              </a:rPr>
              <a:t>MySQL</a:t>
            </a:r>
            <a:r>
              <a:rPr lang="vi-VN" sz="1500">
                <a:latin typeface="Roboto" panose="02000000000000000000" pitchFamily="2" charset="0"/>
                <a:ea typeface="Roboto" panose="02000000000000000000" pitchFamily="2" charset="0"/>
              </a:rPr>
              <a:t> sẽ được tích hợp để lưu trữ thông tin sản phẩm, khách hàng và đơn hàng một cách hiệu quả.</a:t>
            </a:r>
          </a:p>
        </p:txBody>
      </p:sp>
      <p:sp>
        <p:nvSpPr>
          <p:cNvPr id="8" name="Title 4">
            <a:extLst>
              <a:ext uri="{FF2B5EF4-FFF2-40B4-BE49-F238E27FC236}">
                <a16:creationId xmlns:a16="http://schemas.microsoft.com/office/drawing/2014/main" id="{DD67D020-2B03-BC96-1A68-02D2E1FE6CE5}"/>
              </a:ext>
            </a:extLst>
          </p:cNvPr>
          <p:cNvSpPr txBox="1">
            <a:spLocks/>
          </p:cNvSpPr>
          <p:nvPr/>
        </p:nvSpPr>
        <p:spPr>
          <a:xfrm>
            <a:off x="-386020" y="274955"/>
            <a:ext cx="3612776" cy="64308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b="1" kern="1200">
                <a:solidFill>
                  <a:schemeClr val="accent6"/>
                </a:solidFill>
                <a:latin typeface="+mj-lt"/>
                <a:ea typeface="+mj-ea"/>
                <a:cs typeface="+mj-cs"/>
              </a:defRPr>
            </a:lvl1pPr>
          </a:lstStyle>
          <a:p>
            <a:r>
              <a:rPr lang="vi-VN" sz="3200" b="1">
                <a:latin typeface="Roboto" panose="02000000000000000000" pitchFamily="2" charset="0"/>
                <a:ea typeface="Roboto" panose="02000000000000000000" pitchFamily="2" charset="0"/>
              </a:rPr>
              <a:t>Giới thiệu</a:t>
            </a:r>
          </a:p>
        </p:txBody>
      </p:sp>
      <p:sp>
        <p:nvSpPr>
          <p:cNvPr id="10" name="Footer Placeholder 3">
            <a:extLst>
              <a:ext uri="{FF2B5EF4-FFF2-40B4-BE49-F238E27FC236}">
                <a16:creationId xmlns:a16="http://schemas.microsoft.com/office/drawing/2014/main" id="{0282D7CB-3CF0-AF74-FF3A-40845893328F}"/>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pic>
        <p:nvPicPr>
          <p:cNvPr id="4" name="Picture 3">
            <a:extLst>
              <a:ext uri="{FF2B5EF4-FFF2-40B4-BE49-F238E27FC236}">
                <a16:creationId xmlns:a16="http://schemas.microsoft.com/office/drawing/2014/main" id="{B3ED7BDD-F040-9307-FDD5-E578F30D3AA2}"/>
              </a:ext>
            </a:extLst>
          </p:cNvPr>
          <p:cNvPicPr>
            <a:picLocks noChangeAspect="1"/>
          </p:cNvPicPr>
          <p:nvPr/>
        </p:nvPicPr>
        <p:blipFill>
          <a:blip r:embed="rId2"/>
          <a:stretch>
            <a:fillRect/>
          </a:stretch>
        </p:blipFill>
        <p:spPr>
          <a:xfrm>
            <a:off x="8884022" y="2518365"/>
            <a:ext cx="1332346" cy="1332346"/>
          </a:xfrm>
          <a:prstGeom prst="rect">
            <a:avLst/>
          </a:prstGeom>
        </p:spPr>
      </p:pic>
      <p:pic>
        <p:nvPicPr>
          <p:cNvPr id="3" name="Picture Placeholder 29">
            <a:extLst>
              <a:ext uri="{FF2B5EF4-FFF2-40B4-BE49-F238E27FC236}">
                <a16:creationId xmlns:a16="http://schemas.microsoft.com/office/drawing/2014/main" id="{842CD5B7-3BBA-B152-DADD-D4018F17689B}"/>
              </a:ext>
            </a:extLst>
          </p:cNvPr>
          <p:cNvPicPr>
            <a:picLocks noChangeAspect="1"/>
          </p:cNvPicPr>
          <p:nvPr/>
        </p:nvPicPr>
        <p:blipFill>
          <a:blip r:embed="rId3"/>
          <a:srcRect t="4004" b="4004"/>
          <a:stretch>
            <a:fillRect/>
          </a:stretch>
        </p:blipFill>
        <p:spPr>
          <a:xfrm>
            <a:off x="10037074" y="918041"/>
            <a:ext cx="1391581" cy="1600324"/>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pic>
        <p:nvPicPr>
          <p:cNvPr id="11" name="Picture 10">
            <a:extLst>
              <a:ext uri="{FF2B5EF4-FFF2-40B4-BE49-F238E27FC236}">
                <a16:creationId xmlns:a16="http://schemas.microsoft.com/office/drawing/2014/main" id="{7E9CB248-381F-8E45-A263-4262DAF822E1}"/>
              </a:ext>
            </a:extLst>
          </p:cNvPr>
          <p:cNvPicPr>
            <a:picLocks noChangeAspect="1"/>
          </p:cNvPicPr>
          <p:nvPr/>
        </p:nvPicPr>
        <p:blipFill>
          <a:blip r:embed="rId4"/>
          <a:stretch>
            <a:fillRect/>
          </a:stretch>
        </p:blipFill>
        <p:spPr>
          <a:xfrm>
            <a:off x="9962088" y="3850711"/>
            <a:ext cx="1466567" cy="1466567"/>
          </a:xfrm>
          <a:prstGeom prst="rect">
            <a:avLst/>
          </a:prstGeom>
        </p:spPr>
      </p:pic>
    </p:spTree>
    <p:extLst>
      <p:ext uri="{BB962C8B-B14F-4D97-AF65-F5344CB8AC3E}">
        <p14:creationId xmlns:p14="http://schemas.microsoft.com/office/powerpoint/2010/main" val="30640082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itle 18">
            <a:extLst>
              <a:ext uri="{FF2B5EF4-FFF2-40B4-BE49-F238E27FC236}">
                <a16:creationId xmlns:a16="http://schemas.microsoft.com/office/drawing/2014/main" id="{5DF64211-DCD8-B458-DBD2-EBDA7AE3396F}"/>
              </a:ext>
            </a:extLst>
          </p:cNvPr>
          <p:cNvSpPr>
            <a:spLocks noGrp="1"/>
          </p:cNvSpPr>
          <p:nvPr>
            <p:ph type="title"/>
          </p:nvPr>
        </p:nvSpPr>
        <p:spPr/>
        <p:txBody>
          <a:bodyPr/>
          <a:lstStyle/>
          <a:p>
            <a:r>
              <a:rPr lang="en-US" altLang="zh-CN" dirty="0"/>
              <a:t>NỘI DUNG</a:t>
            </a:r>
            <a:endParaRPr lang="en-US" dirty="0"/>
          </a:p>
        </p:txBody>
      </p:sp>
      <p:sp>
        <p:nvSpPr>
          <p:cNvPr id="16" name="Text Placeholder 15">
            <a:extLst>
              <a:ext uri="{FF2B5EF4-FFF2-40B4-BE49-F238E27FC236}">
                <a16:creationId xmlns:a16="http://schemas.microsoft.com/office/drawing/2014/main" id="{8FEA3BB9-F064-CFBE-C0BE-BB7A22A4DCFC}"/>
              </a:ext>
            </a:extLst>
          </p:cNvPr>
          <p:cNvSpPr>
            <a:spLocks noGrp="1"/>
          </p:cNvSpPr>
          <p:nvPr>
            <p:ph type="body" sz="quarter" idx="28"/>
          </p:nvPr>
        </p:nvSpPr>
        <p:spPr/>
        <p:txBody>
          <a:bodyPr/>
          <a:lstStyle/>
          <a:p>
            <a:r>
              <a:rPr lang="en-US">
                <a:latin typeface="Roboto" panose="02000000000000000000" pitchFamily="2" charset="0"/>
                <a:ea typeface="Roboto" panose="02000000000000000000" pitchFamily="2" charset="0"/>
              </a:rPr>
              <a:t>1.CƠ SỞ LÝ THUYẾT</a:t>
            </a:r>
            <a:endParaRPr lang="en-US" dirty="0">
              <a:latin typeface="Roboto" panose="02000000000000000000" pitchFamily="2" charset="0"/>
              <a:ea typeface="Roboto" panose="02000000000000000000" pitchFamily="2" charset="0"/>
            </a:endParaRPr>
          </a:p>
        </p:txBody>
      </p:sp>
      <p:sp>
        <p:nvSpPr>
          <p:cNvPr id="9" name="Text Placeholder 8">
            <a:extLst>
              <a:ext uri="{FF2B5EF4-FFF2-40B4-BE49-F238E27FC236}">
                <a16:creationId xmlns:a16="http://schemas.microsoft.com/office/drawing/2014/main" id="{78024C77-A2F8-1ABA-5412-E6BB88B5FA1B}"/>
              </a:ext>
            </a:extLst>
          </p:cNvPr>
          <p:cNvSpPr>
            <a:spLocks noGrp="1"/>
          </p:cNvSpPr>
          <p:nvPr>
            <p:ph type="body" sz="quarter" idx="29"/>
          </p:nvPr>
        </p:nvSpPr>
        <p:spPr/>
        <p:txBody>
          <a:bodyPr/>
          <a:lstStyle/>
          <a:p>
            <a:r>
              <a:rPr lang="en-US">
                <a:latin typeface="Roboto" panose="02000000000000000000" pitchFamily="2" charset="0"/>
                <a:ea typeface="Roboto" panose="02000000000000000000" pitchFamily="2" charset="0"/>
              </a:rPr>
              <a:t>2. PHÂN TÍCH THIẾT KẾ HỆ THỐNG</a:t>
            </a:r>
            <a:endParaRPr lang="en-US" dirty="0">
              <a:latin typeface="Roboto" panose="02000000000000000000" pitchFamily="2" charset="0"/>
              <a:ea typeface="Roboto" panose="02000000000000000000" pitchFamily="2" charset="0"/>
            </a:endParaRPr>
          </a:p>
        </p:txBody>
      </p:sp>
      <p:sp>
        <p:nvSpPr>
          <p:cNvPr id="22" name="Text Placeholder 21">
            <a:extLst>
              <a:ext uri="{FF2B5EF4-FFF2-40B4-BE49-F238E27FC236}">
                <a16:creationId xmlns:a16="http://schemas.microsoft.com/office/drawing/2014/main" id="{D5402852-C1AD-6A4E-DAA7-0AE582A742FD}"/>
              </a:ext>
            </a:extLst>
          </p:cNvPr>
          <p:cNvSpPr>
            <a:spLocks noGrp="1"/>
          </p:cNvSpPr>
          <p:nvPr>
            <p:ph type="body" sz="quarter" idx="31"/>
          </p:nvPr>
        </p:nvSpPr>
        <p:spPr/>
        <p:txBody>
          <a:bodyPr/>
          <a:lstStyle/>
          <a:p>
            <a:r>
              <a:rPr lang="en-US">
                <a:latin typeface="Roboto" panose="02000000000000000000" pitchFamily="2" charset="0"/>
                <a:ea typeface="Roboto" panose="02000000000000000000" pitchFamily="2" charset="0"/>
              </a:rPr>
              <a:t>3. XÂY DỰNG WEBSITE</a:t>
            </a:r>
            <a:endParaRPr lang="en-US" dirty="0">
              <a:latin typeface="Roboto" panose="02000000000000000000" pitchFamily="2" charset="0"/>
              <a:ea typeface="Roboto" panose="02000000000000000000" pitchFamily="2" charset="0"/>
            </a:endParaRPr>
          </a:p>
        </p:txBody>
      </p:sp>
      <p:sp>
        <p:nvSpPr>
          <p:cNvPr id="24" name="Text Placeholder 23">
            <a:extLst>
              <a:ext uri="{FF2B5EF4-FFF2-40B4-BE49-F238E27FC236}">
                <a16:creationId xmlns:a16="http://schemas.microsoft.com/office/drawing/2014/main" id="{ABF1D337-2A3C-A0FB-A6CD-5E4B9D6DFD91}"/>
              </a:ext>
            </a:extLst>
          </p:cNvPr>
          <p:cNvSpPr>
            <a:spLocks noGrp="1"/>
          </p:cNvSpPr>
          <p:nvPr>
            <p:ph type="body" sz="quarter" idx="32"/>
          </p:nvPr>
        </p:nvSpPr>
        <p:spPr/>
        <p:txBody>
          <a:bodyPr/>
          <a:lstStyle/>
          <a:p>
            <a:r>
              <a:rPr lang="en-US">
                <a:latin typeface="Roboto" panose="02000000000000000000" pitchFamily="2" charset="0"/>
                <a:ea typeface="Roboto" panose="02000000000000000000" pitchFamily="2" charset="0"/>
              </a:rPr>
              <a:t>4. KẾT LUẬN VÀ PHÁT TRIỂN</a:t>
            </a:r>
            <a:endParaRPr lang="en-US" dirty="0">
              <a:latin typeface="Roboto" panose="02000000000000000000" pitchFamily="2" charset="0"/>
              <a:ea typeface="Roboto" panose="02000000000000000000" pitchFamily="2" charset="0"/>
            </a:endParaRPr>
          </a:p>
        </p:txBody>
      </p:sp>
      <p:sp>
        <p:nvSpPr>
          <p:cNvPr id="10" name="Slide Number Placeholder 9">
            <a:extLst>
              <a:ext uri="{FF2B5EF4-FFF2-40B4-BE49-F238E27FC236}">
                <a16:creationId xmlns:a16="http://schemas.microsoft.com/office/drawing/2014/main" id="{CBE681AB-301C-4DC8-7FBD-FAA2CC6606AE}"/>
              </a:ext>
            </a:extLst>
          </p:cNvPr>
          <p:cNvSpPr>
            <a:spLocks noGrp="1"/>
          </p:cNvSpPr>
          <p:nvPr>
            <p:ph type="sldNum" sz="quarter" idx="34"/>
          </p:nvPr>
        </p:nvSpPr>
        <p:spPr/>
        <p:txBody>
          <a:bodyPr/>
          <a:lstStyle/>
          <a:p>
            <a:fld id="{47FEACEE-25B4-4A2D-B147-27296E36371D}" type="slidenum">
              <a:rPr lang="en-US" altLang="zh-CN" smtClean="0"/>
              <a:pPr/>
              <a:t>4</a:t>
            </a:fld>
            <a:endParaRPr lang="en-US" altLang="zh-CN" dirty="0"/>
          </a:p>
        </p:txBody>
      </p:sp>
      <p:sp>
        <p:nvSpPr>
          <p:cNvPr id="4" name="Footer Placeholder 3">
            <a:extLst>
              <a:ext uri="{FF2B5EF4-FFF2-40B4-BE49-F238E27FC236}">
                <a16:creationId xmlns:a16="http://schemas.microsoft.com/office/drawing/2014/main" id="{A02B7063-2EB1-DB11-AE02-19B27FDDD9F2}"/>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2775535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8A3BC-65F6-15EA-B069-ED5FFA1AAA0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992E6440-47C0-CE61-EE82-0F8937D1AB4E}"/>
              </a:ext>
            </a:extLst>
          </p:cNvPr>
          <p:cNvSpPr>
            <a:spLocks noGrp="1"/>
          </p:cNvSpPr>
          <p:nvPr>
            <p:ph type="title"/>
          </p:nvPr>
        </p:nvSpPr>
        <p:spPr>
          <a:xfrm>
            <a:off x="6095999" y="1510439"/>
            <a:ext cx="4669613" cy="1688906"/>
          </a:xfrm>
        </p:spPr>
        <p:txBody>
          <a:bodyPr/>
          <a:lstStyle/>
          <a:p>
            <a:r>
              <a:rPr lang="en-US" sz="3600"/>
              <a:t>1. CƠ SỞ LÝ THUYẾT</a:t>
            </a:r>
            <a:endParaRPr lang="en-US" sz="3600" dirty="0"/>
          </a:p>
        </p:txBody>
      </p:sp>
      <p:sp>
        <p:nvSpPr>
          <p:cNvPr id="11" name="Text Placeholder 10">
            <a:extLst>
              <a:ext uri="{FF2B5EF4-FFF2-40B4-BE49-F238E27FC236}">
                <a16:creationId xmlns:a16="http://schemas.microsoft.com/office/drawing/2014/main" id="{82A13899-3C03-3F6B-89DF-2292E8FC30C0}"/>
              </a:ext>
            </a:extLst>
          </p:cNvPr>
          <p:cNvSpPr>
            <a:spLocks noGrp="1"/>
          </p:cNvSpPr>
          <p:nvPr>
            <p:ph type="body" sz="quarter" idx="29"/>
          </p:nvPr>
        </p:nvSpPr>
        <p:spPr>
          <a:xfrm>
            <a:off x="6705599" y="3321423"/>
            <a:ext cx="3532095" cy="1637961"/>
          </a:xfrm>
        </p:spPr>
        <p:txBody>
          <a:bodyPr/>
          <a:lstStyle/>
          <a:p>
            <a:r>
              <a:rPr lang="en-US"/>
              <a:t>Reactjs, Nodejs, Mysql</a:t>
            </a:r>
            <a:endParaRPr lang="en-US" dirty="0"/>
          </a:p>
          <a:p>
            <a:endParaRPr lang="en-US" dirty="0"/>
          </a:p>
        </p:txBody>
      </p:sp>
      <p:sp>
        <p:nvSpPr>
          <p:cNvPr id="5" name="Slide Number Placeholder 4">
            <a:extLst>
              <a:ext uri="{FF2B5EF4-FFF2-40B4-BE49-F238E27FC236}">
                <a16:creationId xmlns:a16="http://schemas.microsoft.com/office/drawing/2014/main" id="{5CF448FB-88BC-C189-CC44-587FB976AF93}"/>
              </a:ext>
            </a:extLst>
          </p:cNvPr>
          <p:cNvSpPr>
            <a:spLocks noGrp="1"/>
          </p:cNvSpPr>
          <p:nvPr>
            <p:ph type="sldNum" sz="quarter" idx="31"/>
          </p:nvPr>
        </p:nvSpPr>
        <p:spPr/>
        <p:txBody>
          <a:bodyPr/>
          <a:lstStyle/>
          <a:p>
            <a:fld id="{47FEACEE-25B4-4A2D-B147-27296E36371D}" type="slidenum">
              <a:rPr lang="en-US" altLang="zh-CN" noProof="0" smtClean="0"/>
              <a:pPr/>
              <a:t>5</a:t>
            </a:fld>
            <a:endParaRPr lang="en-US" altLang="zh-CN" noProof="0" dirty="0"/>
          </a:p>
        </p:txBody>
      </p:sp>
      <p:sp>
        <p:nvSpPr>
          <p:cNvPr id="8" name="Footer Placeholder 3">
            <a:extLst>
              <a:ext uri="{FF2B5EF4-FFF2-40B4-BE49-F238E27FC236}">
                <a16:creationId xmlns:a16="http://schemas.microsoft.com/office/drawing/2014/main" id="{BB636321-DF06-A846-A245-25AE3B20DA8E}"/>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23343726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206FF18-1433-8608-5014-4F43547C94E8}"/>
              </a:ext>
            </a:extLst>
          </p:cNvPr>
          <p:cNvSpPr>
            <a:spLocks noGrp="1"/>
          </p:cNvSpPr>
          <p:nvPr>
            <p:ph type="sldNum" sz="quarter" idx="12"/>
          </p:nvPr>
        </p:nvSpPr>
        <p:spPr/>
        <p:txBody>
          <a:bodyPr/>
          <a:lstStyle/>
          <a:p>
            <a:fld id="{D5F9BE7B-8C6A-4521-AC0D-F4FAD6600991}" type="slidenum">
              <a:rPr lang="en-US" smtClean="0"/>
              <a:t>6</a:t>
            </a:fld>
            <a:endParaRPr lang="en-US"/>
          </a:p>
        </p:txBody>
      </p:sp>
      <p:sp>
        <p:nvSpPr>
          <p:cNvPr id="7" name="TextBox 6">
            <a:extLst>
              <a:ext uri="{FF2B5EF4-FFF2-40B4-BE49-F238E27FC236}">
                <a16:creationId xmlns:a16="http://schemas.microsoft.com/office/drawing/2014/main" id="{8C888474-6ABC-039D-A46A-3C9C1F192820}"/>
              </a:ext>
            </a:extLst>
          </p:cNvPr>
          <p:cNvSpPr txBox="1"/>
          <p:nvPr/>
        </p:nvSpPr>
        <p:spPr>
          <a:xfrm>
            <a:off x="511935" y="918041"/>
            <a:ext cx="11168129" cy="5016758"/>
          </a:xfrm>
          <a:prstGeom prst="rect">
            <a:avLst/>
          </a:prstGeom>
          <a:noFill/>
        </p:spPr>
        <p:txBody>
          <a:bodyPr wrap="square">
            <a:spAutoFit/>
          </a:bodyPr>
          <a:lstStyle/>
          <a:p>
            <a:r>
              <a:rPr lang="vi-VN" sz="1600" b="1">
                <a:latin typeface="Roboto" panose="02000000000000000000" pitchFamily="2" charset="0"/>
                <a:ea typeface="Roboto" panose="02000000000000000000" pitchFamily="2" charset="0"/>
              </a:rPr>
              <a:t>1.1 Giới thiệu về ReactJS</a:t>
            </a:r>
          </a:p>
          <a:p>
            <a:r>
              <a:rPr lang="vi-VN" sz="1600" b="1">
                <a:latin typeface="Roboto" panose="02000000000000000000" pitchFamily="2" charset="0"/>
                <a:ea typeface="Roboto" panose="02000000000000000000" pitchFamily="2" charset="0"/>
              </a:rPr>
              <a:t>ReactJS là gì?</a:t>
            </a:r>
            <a:br>
              <a:rPr lang="vi-VN" sz="1600">
                <a:latin typeface="Roboto" panose="02000000000000000000" pitchFamily="2" charset="0"/>
                <a:ea typeface="Roboto" panose="02000000000000000000" pitchFamily="2" charset="0"/>
              </a:rPr>
            </a:br>
            <a:r>
              <a:rPr lang="vi-VN" sz="1600">
                <a:latin typeface="Roboto" panose="02000000000000000000" pitchFamily="2" charset="0"/>
                <a:ea typeface="Roboto" panose="02000000000000000000" pitchFamily="2" charset="0"/>
              </a:rPr>
              <a:t>ReactJS là một thư viện JavaScript mã nguồn mở do Facebook phát triển, được sử dụng chủ yếu để xây dựng giao diện người dùng (UI) cho các ứng dụng web. Với React, giao diện được chia thành các </a:t>
            </a:r>
            <a:r>
              <a:rPr lang="vi-VN" sz="1600" b="1">
                <a:latin typeface="Roboto" panose="02000000000000000000" pitchFamily="2" charset="0"/>
                <a:ea typeface="Roboto" panose="02000000000000000000" pitchFamily="2" charset="0"/>
              </a:rPr>
              <a:t>component</a:t>
            </a:r>
            <a:r>
              <a:rPr lang="vi-VN" sz="1600">
                <a:latin typeface="Roboto" panose="02000000000000000000" pitchFamily="2" charset="0"/>
                <a:ea typeface="Roboto" panose="02000000000000000000" pitchFamily="2" charset="0"/>
              </a:rPr>
              <a:t> độc lập, giúp dễ dàng tái sử dụng mã nguồn và bảo trì.</a:t>
            </a:r>
          </a:p>
          <a:p>
            <a:r>
              <a:rPr lang="vi-VN" sz="1600" b="1">
                <a:latin typeface="Roboto" panose="02000000000000000000" pitchFamily="2" charset="0"/>
                <a:ea typeface="Roboto" panose="02000000000000000000" pitchFamily="2" charset="0"/>
              </a:rPr>
              <a:t>Ưu điểm của ReactJS</a:t>
            </a:r>
          </a:p>
          <a:p>
            <a:pPr marL="742950" lvl="1" indent="-285750">
              <a:buFont typeface="Arial" panose="020B0604020202020204" pitchFamily="34" charset="0"/>
              <a:buChar char="•"/>
            </a:pPr>
            <a:r>
              <a:rPr lang="vi-VN" sz="1600">
                <a:latin typeface="Roboto" panose="02000000000000000000" pitchFamily="2" charset="0"/>
                <a:ea typeface="Roboto" panose="02000000000000000000" pitchFamily="2" charset="0"/>
              </a:rPr>
              <a:t>Ứng dụng được chia thành các component nhỏ, độc lập và có thể tái sử dụng, giúp giảm thiểu sự trùng lặp và tổ chức mã nguồn hiệu quả.</a:t>
            </a:r>
          </a:p>
          <a:p>
            <a:pPr marL="742950" lvl="1" indent="-285750">
              <a:buFont typeface="Arial" panose="020B0604020202020204" pitchFamily="34" charset="0"/>
              <a:buChar char="•"/>
            </a:pPr>
            <a:r>
              <a:rPr lang="vi-VN" sz="1600">
                <a:latin typeface="Roboto" panose="02000000000000000000" pitchFamily="2" charset="0"/>
                <a:ea typeface="Roboto" panose="02000000000000000000" pitchFamily="2" charset="0"/>
              </a:rPr>
              <a:t>Sử dụng Virtual DOM để cập nhật giao diện nhanh chóng, tăng hiệu suất và giảm thiểu tác động lên DOM thực.</a:t>
            </a:r>
          </a:p>
          <a:p>
            <a:pPr marL="742950" lvl="1" indent="-285750">
              <a:buFont typeface="Arial" panose="020B0604020202020204" pitchFamily="34" charset="0"/>
              <a:buChar char="•"/>
            </a:pPr>
            <a:r>
              <a:rPr lang="vi-VN" sz="1600">
                <a:latin typeface="Roboto" panose="02000000000000000000" pitchFamily="2" charset="0"/>
                <a:ea typeface="Roboto" panose="02000000000000000000" pitchFamily="2" charset="0"/>
              </a:rPr>
              <a:t>Kết hợp tốt với các thư viện khác như </a:t>
            </a:r>
            <a:r>
              <a:rPr lang="vi-VN" sz="1600" b="1">
                <a:latin typeface="Roboto" panose="02000000000000000000" pitchFamily="2" charset="0"/>
                <a:ea typeface="Roboto" panose="02000000000000000000" pitchFamily="2" charset="0"/>
              </a:rPr>
              <a:t>Redux</a:t>
            </a:r>
            <a:r>
              <a:rPr lang="vi-VN" sz="1600">
                <a:latin typeface="Roboto" panose="02000000000000000000" pitchFamily="2" charset="0"/>
                <a:ea typeface="Roboto" panose="02000000000000000000" pitchFamily="2" charset="0"/>
              </a:rPr>
              <a:t> (quản lý trạng thái) hoặc </a:t>
            </a:r>
            <a:r>
              <a:rPr lang="vi-VN" sz="1600" b="1">
                <a:latin typeface="Roboto" panose="02000000000000000000" pitchFamily="2" charset="0"/>
                <a:ea typeface="Roboto" panose="02000000000000000000" pitchFamily="2" charset="0"/>
              </a:rPr>
              <a:t>Axios</a:t>
            </a:r>
            <a:r>
              <a:rPr lang="vi-VN" sz="1600">
                <a:latin typeface="Roboto" panose="02000000000000000000" pitchFamily="2" charset="0"/>
                <a:ea typeface="Roboto" panose="02000000000000000000" pitchFamily="2" charset="0"/>
              </a:rPr>
              <a:t> (gửi HTTP requests), hỗ trợ xây dựng các ứng dụng mạnh mẽ.</a:t>
            </a:r>
          </a:p>
          <a:p>
            <a:pPr marL="742950" lvl="1" indent="-285750">
              <a:buFont typeface="Arial" panose="020B0604020202020204" pitchFamily="34" charset="0"/>
              <a:buChar char="•"/>
            </a:pPr>
            <a:r>
              <a:rPr lang="vi-VN" sz="1600">
                <a:latin typeface="Roboto" panose="02000000000000000000" pitchFamily="2" charset="0"/>
                <a:ea typeface="Roboto" panose="02000000000000000000" pitchFamily="2" charset="0"/>
              </a:rPr>
              <a:t>Hỗ trợ xây dựng ứng dụng đơn trang, mang lại trải nghiệm người dùng mượt mà khi chuyển đổi giữa các màn hình mà không cần tải lại trang.</a:t>
            </a:r>
          </a:p>
          <a:p>
            <a:r>
              <a:rPr lang="vi-VN" sz="1600" b="1">
                <a:latin typeface="Roboto" panose="02000000000000000000" pitchFamily="2" charset="0"/>
                <a:ea typeface="Roboto" panose="02000000000000000000" pitchFamily="2" charset="0"/>
              </a:rPr>
              <a:t>Ứng dụng của ReactJS trong Website bán giày</a:t>
            </a:r>
          </a:p>
          <a:p>
            <a:pPr lvl="1"/>
            <a:r>
              <a:rPr lang="vi-VN" sz="1600">
                <a:latin typeface="Roboto" panose="02000000000000000000" pitchFamily="2" charset="0"/>
                <a:ea typeface="Roboto" panose="02000000000000000000" pitchFamily="2" charset="0"/>
              </a:rPr>
              <a:t>Xây dựng giao diện nơi khách hàng có thể dễ dàng tìm kiếm, duyệt qua các mẫu giày theo danh mục, kích thước, màu sắc và thêm sản phẩm vào giỏ hàng mà không cần tải lại trang.</a:t>
            </a:r>
          </a:p>
          <a:p>
            <a:pPr marL="742950" lvl="1" indent="-285750">
              <a:buFont typeface="Arial" panose="020B0604020202020204" pitchFamily="34" charset="0"/>
              <a:buChar char="•"/>
            </a:pPr>
            <a:r>
              <a:rPr lang="vi-VN" sz="1600">
                <a:latin typeface="Roboto" panose="02000000000000000000" pitchFamily="2" charset="0"/>
                <a:ea typeface="Roboto" panose="02000000000000000000" pitchFamily="2" charset="0"/>
              </a:rPr>
              <a:t>Hỗ trợ xử lý các thao tác như quản lý giỏ hàng, thanh toán trực tuyến, và đăng nhập/đăng ký tài khoản, mang lại trải nghiệm người dùng mượt mà.</a:t>
            </a:r>
          </a:p>
          <a:p>
            <a:pPr marL="742950" lvl="1" indent="-285750">
              <a:buFont typeface="Arial" panose="020B0604020202020204" pitchFamily="34" charset="0"/>
              <a:buChar char="•"/>
            </a:pPr>
            <a:r>
              <a:rPr lang="vi-VN" sz="1600">
                <a:latin typeface="Roboto" panose="02000000000000000000" pitchFamily="2" charset="0"/>
                <a:ea typeface="Roboto" panose="02000000000000000000" pitchFamily="2" charset="0"/>
              </a:rPr>
              <a:t>Tích hợp các tính năng lọc, tìm kiếm thông minh, hiển thị đánh giá và so sánh sản phẩm, giúp người dùng đưa ra quyết định mua sắm dễ dàng.</a:t>
            </a:r>
          </a:p>
        </p:txBody>
      </p:sp>
      <p:sp>
        <p:nvSpPr>
          <p:cNvPr id="8" name="Title 4">
            <a:extLst>
              <a:ext uri="{FF2B5EF4-FFF2-40B4-BE49-F238E27FC236}">
                <a16:creationId xmlns:a16="http://schemas.microsoft.com/office/drawing/2014/main" id="{E8692DE4-9083-065C-D861-277B3C5014E7}"/>
              </a:ext>
            </a:extLst>
          </p:cNvPr>
          <p:cNvSpPr txBox="1">
            <a:spLocks/>
          </p:cNvSpPr>
          <p:nvPr/>
        </p:nvSpPr>
        <p:spPr>
          <a:xfrm>
            <a:off x="331694" y="274955"/>
            <a:ext cx="3612776" cy="64308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b="1" kern="1200">
                <a:solidFill>
                  <a:schemeClr val="accent6"/>
                </a:solidFill>
                <a:latin typeface="+mj-lt"/>
                <a:ea typeface="+mj-ea"/>
                <a:cs typeface="+mj-cs"/>
              </a:defRPr>
            </a:lvl1pPr>
          </a:lstStyle>
          <a:p>
            <a:r>
              <a:rPr lang="en-US" sz="3000"/>
              <a:t>1. CƠ SỞ LÝ THUYẾT</a:t>
            </a:r>
            <a:endParaRPr lang="en-US" sz="3000" dirty="0"/>
          </a:p>
        </p:txBody>
      </p:sp>
      <p:sp>
        <p:nvSpPr>
          <p:cNvPr id="2" name="Footer Placeholder 3">
            <a:extLst>
              <a:ext uri="{FF2B5EF4-FFF2-40B4-BE49-F238E27FC236}">
                <a16:creationId xmlns:a16="http://schemas.microsoft.com/office/drawing/2014/main" id="{DB12B2DD-881A-11D3-4687-20A25772DB6F}"/>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35585084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2725A-AB53-E350-9AE7-70ACC469EABD}"/>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3E834DB-3F1A-8B5C-A5A1-645E09ED42B1}"/>
              </a:ext>
            </a:extLst>
          </p:cNvPr>
          <p:cNvSpPr>
            <a:spLocks noGrp="1"/>
          </p:cNvSpPr>
          <p:nvPr>
            <p:ph type="sldNum" sz="quarter" idx="12"/>
          </p:nvPr>
        </p:nvSpPr>
        <p:spPr/>
        <p:txBody>
          <a:bodyPr/>
          <a:lstStyle/>
          <a:p>
            <a:fld id="{D5F9BE7B-8C6A-4521-AC0D-F4FAD6600991}" type="slidenum">
              <a:rPr lang="en-US" smtClean="0"/>
              <a:t>7</a:t>
            </a:fld>
            <a:endParaRPr lang="en-US"/>
          </a:p>
        </p:txBody>
      </p:sp>
      <p:sp>
        <p:nvSpPr>
          <p:cNvPr id="7" name="TextBox 6">
            <a:extLst>
              <a:ext uri="{FF2B5EF4-FFF2-40B4-BE49-F238E27FC236}">
                <a16:creationId xmlns:a16="http://schemas.microsoft.com/office/drawing/2014/main" id="{F18D9574-09D5-E7AB-7E22-D0A4DD5FE70B}"/>
              </a:ext>
            </a:extLst>
          </p:cNvPr>
          <p:cNvSpPr txBox="1"/>
          <p:nvPr/>
        </p:nvSpPr>
        <p:spPr>
          <a:xfrm>
            <a:off x="484632" y="918042"/>
            <a:ext cx="11168129" cy="5221942"/>
          </a:xfrm>
          <a:prstGeom prst="rect">
            <a:avLst/>
          </a:prstGeom>
          <a:noFill/>
        </p:spPr>
        <p:txBody>
          <a:bodyPr wrap="square">
            <a:spAutoFit/>
          </a:bodyPr>
          <a:lstStyle/>
          <a:p>
            <a:pPr>
              <a:lnSpc>
                <a:spcPct val="150000"/>
              </a:lnSpc>
            </a:pPr>
            <a:r>
              <a:rPr lang="vi-VN" sz="1600" b="1">
                <a:latin typeface="Roboto" panose="02000000000000000000" pitchFamily="2" charset="0"/>
                <a:ea typeface="Roboto" panose="02000000000000000000" pitchFamily="2" charset="0"/>
              </a:rPr>
              <a:t>1.2 Giới thiệu về Node.js</a:t>
            </a:r>
          </a:p>
          <a:p>
            <a:pPr>
              <a:lnSpc>
                <a:spcPct val="150000"/>
              </a:lnSpc>
            </a:pPr>
            <a:r>
              <a:rPr lang="vi-VN" sz="1600" b="1">
                <a:latin typeface="Roboto" panose="02000000000000000000" pitchFamily="2" charset="0"/>
                <a:ea typeface="Roboto" panose="02000000000000000000" pitchFamily="2" charset="0"/>
              </a:rPr>
              <a:t>Node.js là gì?</a:t>
            </a:r>
            <a:br>
              <a:rPr lang="vi-VN" sz="1600">
                <a:latin typeface="Roboto" panose="02000000000000000000" pitchFamily="2" charset="0"/>
                <a:ea typeface="Roboto" panose="02000000000000000000" pitchFamily="2" charset="0"/>
              </a:rPr>
            </a:br>
            <a:r>
              <a:rPr lang="vi-VN" sz="1600">
                <a:latin typeface="Roboto" panose="02000000000000000000" pitchFamily="2" charset="0"/>
                <a:ea typeface="Roboto" panose="02000000000000000000" pitchFamily="2" charset="0"/>
              </a:rPr>
              <a:t>Node.js là nền tảng chạy JavaScript trên server, sử dụng </a:t>
            </a:r>
            <a:r>
              <a:rPr lang="vi-VN" sz="1600" b="1">
                <a:latin typeface="Roboto" panose="02000000000000000000" pitchFamily="2" charset="0"/>
                <a:ea typeface="Roboto" panose="02000000000000000000" pitchFamily="2" charset="0"/>
              </a:rPr>
              <a:t>V8 engine</a:t>
            </a:r>
            <a:r>
              <a:rPr lang="vi-VN" sz="1600">
                <a:latin typeface="Roboto" panose="02000000000000000000" pitchFamily="2" charset="0"/>
                <a:ea typeface="Roboto" panose="02000000000000000000" pitchFamily="2" charset="0"/>
              </a:rPr>
              <a:t> của Google Chrome. Được thiết kế cho các ứng dụng mạng hiệu suất cao và không đồng bộ.</a:t>
            </a:r>
          </a:p>
          <a:p>
            <a:pPr>
              <a:lnSpc>
                <a:spcPct val="150000"/>
              </a:lnSpc>
            </a:pPr>
            <a:r>
              <a:rPr lang="vi-VN" sz="1600" b="1">
                <a:latin typeface="Roboto" panose="02000000000000000000" pitchFamily="2" charset="0"/>
                <a:ea typeface="Roboto" panose="02000000000000000000" pitchFamily="2" charset="0"/>
              </a:rPr>
              <a:t>Ưu điểm của Node.js</a:t>
            </a:r>
            <a:r>
              <a:rPr lang="en-US" sz="1600" b="1">
                <a:latin typeface="Roboto" panose="02000000000000000000" pitchFamily="2" charset="0"/>
                <a:ea typeface="Roboto" panose="02000000000000000000" pitchFamily="2" charset="0"/>
              </a:rPr>
              <a:t>:</a:t>
            </a:r>
            <a:endParaRPr lang="vi-VN" sz="1600" b="1">
              <a:latin typeface="Roboto" panose="02000000000000000000" pitchFamily="2" charset="0"/>
              <a:ea typeface="Roboto" panose="02000000000000000000" pitchFamily="2" charset="0"/>
            </a:endParaRP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Asynchronous I/O:</a:t>
            </a:r>
            <a:r>
              <a:rPr lang="vi-VN" sz="1600">
                <a:latin typeface="Roboto" panose="02000000000000000000" pitchFamily="2" charset="0"/>
                <a:ea typeface="Roboto" panose="02000000000000000000" pitchFamily="2" charset="0"/>
              </a:rPr>
              <a:t> Xử lý nhiều yêu cầu đồng thời mà không chặn luồng thực thi.</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Hiệu suất cao:</a:t>
            </a:r>
            <a:r>
              <a:rPr lang="vi-VN" sz="1600">
                <a:latin typeface="Roboto" panose="02000000000000000000" pitchFamily="2" charset="0"/>
                <a:ea typeface="Roboto" panose="02000000000000000000" pitchFamily="2" charset="0"/>
              </a:rPr>
              <a:t> Tối ưu tốc độ nhờ V8 engine.</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Đồng nhất ngôn ngữ:</a:t>
            </a:r>
            <a:r>
              <a:rPr lang="vi-VN" sz="1600">
                <a:latin typeface="Roboto" panose="02000000000000000000" pitchFamily="2" charset="0"/>
                <a:ea typeface="Roboto" panose="02000000000000000000" pitchFamily="2" charset="0"/>
              </a:rPr>
              <a:t> Sử dụng JavaScript trên cả frontend và backend.</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Hệ sinh thái npm:</a:t>
            </a:r>
            <a:r>
              <a:rPr lang="vi-VN" sz="1600">
                <a:latin typeface="Roboto" panose="02000000000000000000" pitchFamily="2" charset="0"/>
                <a:ea typeface="Roboto" panose="02000000000000000000" pitchFamily="2" charset="0"/>
              </a:rPr>
              <a:t> Hỗ trợ hàng ngàn gói thư viện phong phú.</a:t>
            </a:r>
          </a:p>
          <a:p>
            <a:pPr>
              <a:lnSpc>
                <a:spcPct val="150000"/>
              </a:lnSpc>
            </a:pPr>
            <a:r>
              <a:rPr lang="vi-VN" sz="1600" b="1">
                <a:latin typeface="Roboto" panose="02000000000000000000" pitchFamily="2" charset="0"/>
                <a:ea typeface="Roboto" panose="02000000000000000000" pitchFamily="2" charset="0"/>
              </a:rPr>
              <a:t>Ứng dụng trong Website bán giày</a:t>
            </a:r>
            <a:r>
              <a:rPr lang="en-US" sz="1600" b="1">
                <a:latin typeface="Roboto" panose="02000000000000000000" pitchFamily="2" charset="0"/>
                <a:ea typeface="Roboto" panose="02000000000000000000" pitchFamily="2" charset="0"/>
              </a:rPr>
              <a:t>:</a:t>
            </a:r>
            <a:endParaRPr lang="vi-VN" sz="1600" b="1">
              <a:latin typeface="Roboto" panose="02000000000000000000" pitchFamily="2" charset="0"/>
              <a:ea typeface="Roboto" panose="02000000000000000000" pitchFamily="2" charset="0"/>
            </a:endParaRP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Quản lý cơ sở dữ liệu:</a:t>
            </a:r>
            <a:r>
              <a:rPr lang="vi-VN" sz="1600">
                <a:latin typeface="Roboto" panose="02000000000000000000" pitchFamily="2" charset="0"/>
                <a:ea typeface="Roboto" panose="02000000000000000000" pitchFamily="2" charset="0"/>
              </a:rPr>
              <a:t> Kết nối MySQL để xử lý sản phẩm, đơn hàng, người dùng.</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API RESTful:</a:t>
            </a:r>
            <a:r>
              <a:rPr lang="vi-VN" sz="1600">
                <a:latin typeface="Roboto" panose="02000000000000000000" pitchFamily="2" charset="0"/>
                <a:ea typeface="Roboto" panose="02000000000000000000" pitchFamily="2" charset="0"/>
              </a:rPr>
              <a:t> Cung cấp API cho các thao tác giỏ hàng, thanh toán.</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Thời gian thực:</a:t>
            </a:r>
            <a:r>
              <a:rPr lang="vi-VN" sz="1600">
                <a:latin typeface="Roboto" panose="02000000000000000000" pitchFamily="2" charset="0"/>
                <a:ea typeface="Roboto" panose="02000000000000000000" pitchFamily="2" charset="0"/>
              </a:rPr>
              <a:t> Hỗ trợ cập nhật giỏ hàng, trạng thái đơn hàng với WebSocket.</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Bảo mật:</a:t>
            </a:r>
            <a:r>
              <a:rPr lang="vi-VN" sz="1600">
                <a:latin typeface="Roboto" panose="02000000000000000000" pitchFamily="2" charset="0"/>
                <a:ea typeface="Roboto" panose="02000000000000000000" pitchFamily="2" charset="0"/>
              </a:rPr>
              <a:t> Sử dụng JWT cho đăng nhập và xác thực an toàn.</a:t>
            </a:r>
          </a:p>
        </p:txBody>
      </p:sp>
      <p:sp>
        <p:nvSpPr>
          <p:cNvPr id="8" name="Title 4">
            <a:extLst>
              <a:ext uri="{FF2B5EF4-FFF2-40B4-BE49-F238E27FC236}">
                <a16:creationId xmlns:a16="http://schemas.microsoft.com/office/drawing/2014/main" id="{CCB545E5-5910-73D4-7DE9-54713FCCFA23}"/>
              </a:ext>
            </a:extLst>
          </p:cNvPr>
          <p:cNvSpPr txBox="1">
            <a:spLocks/>
          </p:cNvSpPr>
          <p:nvPr/>
        </p:nvSpPr>
        <p:spPr>
          <a:xfrm>
            <a:off x="331694" y="274955"/>
            <a:ext cx="3612776" cy="64308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b="1" kern="1200">
                <a:solidFill>
                  <a:schemeClr val="accent6"/>
                </a:solidFill>
                <a:latin typeface="+mj-lt"/>
                <a:ea typeface="+mj-ea"/>
                <a:cs typeface="+mj-cs"/>
              </a:defRPr>
            </a:lvl1pPr>
          </a:lstStyle>
          <a:p>
            <a:r>
              <a:rPr lang="en-US" sz="3000"/>
              <a:t>1. CƠ SỞ LÝ THUYẾT</a:t>
            </a:r>
            <a:endParaRPr lang="en-US" sz="3000" dirty="0"/>
          </a:p>
        </p:txBody>
      </p:sp>
      <p:sp>
        <p:nvSpPr>
          <p:cNvPr id="2" name="Footer Placeholder 3">
            <a:extLst>
              <a:ext uri="{FF2B5EF4-FFF2-40B4-BE49-F238E27FC236}">
                <a16:creationId xmlns:a16="http://schemas.microsoft.com/office/drawing/2014/main" id="{54C68571-14A3-6CD9-B4D2-203CF6D13482}"/>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10287790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45830-AB7E-7FFC-AEB0-A00511AD3B56}"/>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00575067-90B7-4793-0E8E-08D2D929A0BD}"/>
              </a:ext>
            </a:extLst>
          </p:cNvPr>
          <p:cNvSpPr>
            <a:spLocks noGrp="1"/>
          </p:cNvSpPr>
          <p:nvPr>
            <p:ph type="sldNum" sz="quarter" idx="12"/>
          </p:nvPr>
        </p:nvSpPr>
        <p:spPr/>
        <p:txBody>
          <a:bodyPr/>
          <a:lstStyle/>
          <a:p>
            <a:fld id="{D5F9BE7B-8C6A-4521-AC0D-F4FAD6600991}" type="slidenum">
              <a:rPr lang="en-US" smtClean="0"/>
              <a:t>8</a:t>
            </a:fld>
            <a:endParaRPr lang="en-US"/>
          </a:p>
        </p:txBody>
      </p:sp>
      <p:sp>
        <p:nvSpPr>
          <p:cNvPr id="7" name="TextBox 6">
            <a:extLst>
              <a:ext uri="{FF2B5EF4-FFF2-40B4-BE49-F238E27FC236}">
                <a16:creationId xmlns:a16="http://schemas.microsoft.com/office/drawing/2014/main" id="{348E5710-E9F4-AC1F-30D3-F014F253E094}"/>
              </a:ext>
            </a:extLst>
          </p:cNvPr>
          <p:cNvSpPr txBox="1"/>
          <p:nvPr/>
        </p:nvSpPr>
        <p:spPr>
          <a:xfrm>
            <a:off x="511935" y="812849"/>
            <a:ext cx="11168129" cy="5247590"/>
          </a:xfrm>
          <a:prstGeom prst="rect">
            <a:avLst/>
          </a:prstGeom>
          <a:noFill/>
        </p:spPr>
        <p:txBody>
          <a:bodyPr wrap="square">
            <a:spAutoFit/>
          </a:bodyPr>
          <a:lstStyle/>
          <a:p>
            <a:pPr>
              <a:lnSpc>
                <a:spcPct val="150000"/>
              </a:lnSpc>
            </a:pPr>
            <a:r>
              <a:rPr lang="vi-VN" sz="1500" b="1">
                <a:latin typeface="Roboto" panose="02000000000000000000" pitchFamily="2" charset="0"/>
                <a:ea typeface="Roboto" panose="02000000000000000000" pitchFamily="2" charset="0"/>
              </a:rPr>
              <a:t>1.3 Giới thiệu về MySQL</a:t>
            </a:r>
          </a:p>
          <a:p>
            <a:pPr>
              <a:lnSpc>
                <a:spcPct val="150000"/>
              </a:lnSpc>
            </a:pPr>
            <a:r>
              <a:rPr lang="vi-VN" sz="1500" b="1">
                <a:latin typeface="Roboto" panose="02000000000000000000" pitchFamily="2" charset="0"/>
                <a:ea typeface="Roboto" panose="02000000000000000000" pitchFamily="2" charset="0"/>
              </a:rPr>
              <a:t>MySQL là gì?</a:t>
            </a:r>
            <a:br>
              <a:rPr lang="vi-VN" sz="1500">
                <a:latin typeface="Roboto" panose="02000000000000000000" pitchFamily="2" charset="0"/>
                <a:ea typeface="Roboto" panose="02000000000000000000" pitchFamily="2" charset="0"/>
              </a:rPr>
            </a:br>
            <a:r>
              <a:rPr lang="vi-VN" sz="1500">
                <a:latin typeface="Roboto" panose="02000000000000000000" pitchFamily="2" charset="0"/>
                <a:ea typeface="Roboto" panose="02000000000000000000" pitchFamily="2" charset="0"/>
              </a:rPr>
              <a:t>MySQL là hệ quản trị cơ sở dữ liệu quan hệ (RDBMS) mã nguồn mở, được sử dụng rộng rãi để lưu trữ và quản lý dữ liệu của các ứng dụng web. MySQL sử dụng </a:t>
            </a:r>
            <a:r>
              <a:rPr lang="vi-VN" sz="1500" b="1">
                <a:latin typeface="Roboto" panose="02000000000000000000" pitchFamily="2" charset="0"/>
                <a:ea typeface="Roboto" panose="02000000000000000000" pitchFamily="2" charset="0"/>
              </a:rPr>
              <a:t>SQL (Structured Query Language)</a:t>
            </a:r>
            <a:r>
              <a:rPr lang="vi-VN" sz="1500">
                <a:latin typeface="Roboto" panose="02000000000000000000" pitchFamily="2" charset="0"/>
                <a:ea typeface="Roboto" panose="02000000000000000000" pitchFamily="2" charset="0"/>
              </a:rPr>
              <a:t> để thao tác dữ liệu.</a:t>
            </a:r>
          </a:p>
          <a:p>
            <a:pPr>
              <a:lnSpc>
                <a:spcPct val="150000"/>
              </a:lnSpc>
            </a:pPr>
            <a:r>
              <a:rPr lang="vi-VN" sz="1500" b="1">
                <a:latin typeface="Roboto" panose="02000000000000000000" pitchFamily="2" charset="0"/>
                <a:ea typeface="Roboto" panose="02000000000000000000" pitchFamily="2" charset="0"/>
              </a:rPr>
              <a:t>Ưu điểm của MySQL</a:t>
            </a:r>
          </a:p>
          <a:p>
            <a:pPr marL="285750" indent="-285750">
              <a:lnSpc>
                <a:spcPct val="150000"/>
              </a:lnSpc>
              <a:buFont typeface="Arial" panose="020B0604020202020204" pitchFamily="34" charset="0"/>
              <a:buChar char="•"/>
            </a:pPr>
            <a:r>
              <a:rPr lang="vi-VN" sz="1500" b="1">
                <a:latin typeface="Roboto" panose="02000000000000000000" pitchFamily="2" charset="0"/>
                <a:ea typeface="Roboto" panose="02000000000000000000" pitchFamily="2" charset="0"/>
              </a:rPr>
              <a:t>Hiệu năng cao:</a:t>
            </a:r>
            <a:r>
              <a:rPr lang="vi-VN" sz="1500">
                <a:latin typeface="Roboto" panose="02000000000000000000" pitchFamily="2" charset="0"/>
                <a:ea typeface="Roboto" panose="02000000000000000000" pitchFamily="2" charset="0"/>
              </a:rPr>
              <a:t> Xử lý lượng lớn dữ liệu với tốc độ nhanh, phù hợp cho các ứng dụng web.</a:t>
            </a:r>
          </a:p>
          <a:p>
            <a:pPr marL="285750" indent="-285750">
              <a:lnSpc>
                <a:spcPct val="150000"/>
              </a:lnSpc>
              <a:buFont typeface="Arial" panose="020B0604020202020204" pitchFamily="34" charset="0"/>
              <a:buChar char="•"/>
            </a:pPr>
            <a:r>
              <a:rPr lang="vi-VN" sz="1500" b="1">
                <a:latin typeface="Roboto" panose="02000000000000000000" pitchFamily="2" charset="0"/>
                <a:ea typeface="Roboto" panose="02000000000000000000" pitchFamily="2" charset="0"/>
              </a:rPr>
              <a:t>Dễ sử dụng:</a:t>
            </a:r>
            <a:r>
              <a:rPr lang="vi-VN" sz="1500">
                <a:latin typeface="Roboto" panose="02000000000000000000" pitchFamily="2" charset="0"/>
                <a:ea typeface="Roboto" panose="02000000000000000000" pitchFamily="2" charset="0"/>
              </a:rPr>
              <a:t> Hỗ trợ cú pháp SQL thân thiện, dễ học và triển khai.</a:t>
            </a:r>
          </a:p>
          <a:p>
            <a:pPr marL="285750" indent="-285750">
              <a:lnSpc>
                <a:spcPct val="150000"/>
              </a:lnSpc>
              <a:buFont typeface="Arial" panose="020B0604020202020204" pitchFamily="34" charset="0"/>
              <a:buChar char="•"/>
            </a:pPr>
            <a:r>
              <a:rPr lang="vi-VN" sz="1500" b="1">
                <a:latin typeface="Roboto" panose="02000000000000000000" pitchFamily="2" charset="0"/>
                <a:ea typeface="Roboto" panose="02000000000000000000" pitchFamily="2" charset="0"/>
              </a:rPr>
              <a:t>Mã nguồn mở:</a:t>
            </a:r>
            <a:r>
              <a:rPr lang="vi-VN" sz="1500">
                <a:latin typeface="Roboto" panose="02000000000000000000" pitchFamily="2" charset="0"/>
                <a:ea typeface="Roboto" panose="02000000000000000000" pitchFamily="2" charset="0"/>
              </a:rPr>
              <a:t> Không tốn phí và có cộng đồng hỗ trợ rộng lớn.</a:t>
            </a:r>
          </a:p>
          <a:p>
            <a:pPr marL="285750" indent="-285750">
              <a:lnSpc>
                <a:spcPct val="150000"/>
              </a:lnSpc>
              <a:buFont typeface="Arial" panose="020B0604020202020204" pitchFamily="34" charset="0"/>
              <a:buChar char="•"/>
            </a:pPr>
            <a:r>
              <a:rPr lang="vi-VN" sz="1500" b="1">
                <a:latin typeface="Roboto" panose="02000000000000000000" pitchFamily="2" charset="0"/>
                <a:ea typeface="Roboto" panose="02000000000000000000" pitchFamily="2" charset="0"/>
              </a:rPr>
              <a:t>Tính tương thích:</a:t>
            </a:r>
            <a:r>
              <a:rPr lang="vi-VN" sz="1500">
                <a:latin typeface="Roboto" panose="02000000000000000000" pitchFamily="2" charset="0"/>
                <a:ea typeface="Roboto" panose="02000000000000000000" pitchFamily="2" charset="0"/>
              </a:rPr>
              <a:t> Kết hợp tốt với nhiều ngôn ngữ lập trình như Node.js, PHP, Python.</a:t>
            </a:r>
          </a:p>
          <a:p>
            <a:pPr marL="285750" indent="-285750">
              <a:lnSpc>
                <a:spcPct val="150000"/>
              </a:lnSpc>
              <a:buFont typeface="Arial" panose="020B0604020202020204" pitchFamily="34" charset="0"/>
              <a:buChar char="•"/>
            </a:pPr>
            <a:r>
              <a:rPr lang="vi-VN" sz="1500" b="1">
                <a:latin typeface="Roboto" panose="02000000000000000000" pitchFamily="2" charset="0"/>
                <a:ea typeface="Roboto" panose="02000000000000000000" pitchFamily="2" charset="0"/>
              </a:rPr>
              <a:t>Bảo mật cao:</a:t>
            </a:r>
            <a:r>
              <a:rPr lang="vi-VN" sz="1500">
                <a:latin typeface="Roboto" panose="02000000000000000000" pitchFamily="2" charset="0"/>
                <a:ea typeface="Roboto" panose="02000000000000000000" pitchFamily="2" charset="0"/>
              </a:rPr>
              <a:t> Hỗ trợ kiểm soát truy cập, xác thực người dùng và mã hóa dữ liệu.</a:t>
            </a:r>
          </a:p>
          <a:p>
            <a:pPr>
              <a:lnSpc>
                <a:spcPct val="150000"/>
              </a:lnSpc>
            </a:pPr>
            <a:r>
              <a:rPr lang="vi-VN" sz="1500" b="1">
                <a:latin typeface="Roboto" panose="02000000000000000000" pitchFamily="2" charset="0"/>
                <a:ea typeface="Roboto" panose="02000000000000000000" pitchFamily="2" charset="0"/>
              </a:rPr>
              <a:t>Ứng dụng trong Website bán giày</a:t>
            </a:r>
          </a:p>
          <a:p>
            <a:pPr marL="285750" indent="-285750">
              <a:lnSpc>
                <a:spcPct val="150000"/>
              </a:lnSpc>
              <a:buFont typeface="Arial" panose="020B0604020202020204" pitchFamily="34" charset="0"/>
              <a:buChar char="•"/>
            </a:pPr>
            <a:r>
              <a:rPr lang="vi-VN" sz="1500" b="1">
                <a:latin typeface="Roboto" panose="02000000000000000000" pitchFamily="2" charset="0"/>
                <a:ea typeface="Roboto" panose="02000000000000000000" pitchFamily="2" charset="0"/>
              </a:rPr>
              <a:t>Quản lý sản phẩm:</a:t>
            </a:r>
            <a:r>
              <a:rPr lang="vi-VN" sz="1500">
                <a:latin typeface="Roboto" panose="02000000000000000000" pitchFamily="2" charset="0"/>
                <a:ea typeface="Roboto" panose="02000000000000000000" pitchFamily="2" charset="0"/>
              </a:rPr>
              <a:t> Lưu trữ thông tin giày (tên, giá, kích cỡ, danh mục).</a:t>
            </a:r>
          </a:p>
          <a:p>
            <a:pPr marL="285750" indent="-285750">
              <a:lnSpc>
                <a:spcPct val="150000"/>
              </a:lnSpc>
              <a:buFont typeface="Arial" panose="020B0604020202020204" pitchFamily="34" charset="0"/>
              <a:buChar char="•"/>
            </a:pPr>
            <a:r>
              <a:rPr lang="vi-VN" sz="1500" b="1">
                <a:latin typeface="Roboto" panose="02000000000000000000" pitchFamily="2" charset="0"/>
                <a:ea typeface="Roboto" panose="02000000000000000000" pitchFamily="2" charset="0"/>
              </a:rPr>
              <a:t>Quản lý người dùng:</a:t>
            </a:r>
            <a:r>
              <a:rPr lang="vi-VN" sz="1500">
                <a:latin typeface="Roboto" panose="02000000000000000000" pitchFamily="2" charset="0"/>
                <a:ea typeface="Roboto" panose="02000000000000000000" pitchFamily="2" charset="0"/>
              </a:rPr>
              <a:t> Theo dõi thông tin tài khoản, lịch sử mua hàng.</a:t>
            </a:r>
          </a:p>
          <a:p>
            <a:pPr marL="285750" indent="-285750">
              <a:lnSpc>
                <a:spcPct val="150000"/>
              </a:lnSpc>
              <a:buFont typeface="Arial" panose="020B0604020202020204" pitchFamily="34" charset="0"/>
              <a:buChar char="•"/>
            </a:pPr>
            <a:r>
              <a:rPr lang="vi-VN" sz="1500" b="1">
                <a:latin typeface="Roboto" panose="02000000000000000000" pitchFamily="2" charset="0"/>
                <a:ea typeface="Roboto" panose="02000000000000000000" pitchFamily="2" charset="0"/>
              </a:rPr>
              <a:t>Xử lý đơn hàng:</a:t>
            </a:r>
            <a:r>
              <a:rPr lang="vi-VN" sz="1500">
                <a:latin typeface="Roboto" panose="02000000000000000000" pitchFamily="2" charset="0"/>
                <a:ea typeface="Roboto" panose="02000000000000000000" pitchFamily="2" charset="0"/>
              </a:rPr>
              <a:t> Lưu trữ chi tiết đơn hàng, trạng thái thanh toán.</a:t>
            </a:r>
          </a:p>
          <a:p>
            <a:pPr marL="285750" indent="-285750">
              <a:lnSpc>
                <a:spcPct val="150000"/>
              </a:lnSpc>
              <a:buFont typeface="Arial" panose="020B0604020202020204" pitchFamily="34" charset="0"/>
              <a:buChar char="•"/>
            </a:pPr>
            <a:r>
              <a:rPr lang="vi-VN" sz="1500" b="1">
                <a:latin typeface="Roboto" panose="02000000000000000000" pitchFamily="2" charset="0"/>
                <a:ea typeface="Roboto" panose="02000000000000000000" pitchFamily="2" charset="0"/>
              </a:rPr>
              <a:t>Tìm kiếm và lọc:</a:t>
            </a:r>
            <a:r>
              <a:rPr lang="vi-VN" sz="1500">
                <a:latin typeface="Roboto" panose="02000000000000000000" pitchFamily="2" charset="0"/>
                <a:ea typeface="Roboto" panose="02000000000000000000" pitchFamily="2" charset="0"/>
              </a:rPr>
              <a:t> Hỗ trợ tìm kiếm sản phẩm theo danh mục, giá, hoặc kích thước.</a:t>
            </a:r>
          </a:p>
        </p:txBody>
      </p:sp>
      <p:sp>
        <p:nvSpPr>
          <p:cNvPr id="8" name="Title 4">
            <a:extLst>
              <a:ext uri="{FF2B5EF4-FFF2-40B4-BE49-F238E27FC236}">
                <a16:creationId xmlns:a16="http://schemas.microsoft.com/office/drawing/2014/main" id="{0C4E6554-2EA9-7180-5D05-33661093DAFE}"/>
              </a:ext>
            </a:extLst>
          </p:cNvPr>
          <p:cNvSpPr txBox="1">
            <a:spLocks/>
          </p:cNvSpPr>
          <p:nvPr/>
        </p:nvSpPr>
        <p:spPr>
          <a:xfrm>
            <a:off x="331694" y="274955"/>
            <a:ext cx="3612776" cy="64308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b="1" kern="1200">
                <a:solidFill>
                  <a:schemeClr val="accent6"/>
                </a:solidFill>
                <a:latin typeface="+mj-lt"/>
                <a:ea typeface="+mj-ea"/>
                <a:cs typeface="+mj-cs"/>
              </a:defRPr>
            </a:lvl1pPr>
          </a:lstStyle>
          <a:p>
            <a:r>
              <a:rPr lang="en-US" sz="3000"/>
              <a:t>1. CƠ SỞ LÝ THUYẾT</a:t>
            </a:r>
            <a:endParaRPr lang="en-US" sz="3000" dirty="0"/>
          </a:p>
        </p:txBody>
      </p:sp>
      <p:sp>
        <p:nvSpPr>
          <p:cNvPr id="2" name="Footer Placeholder 3">
            <a:extLst>
              <a:ext uri="{FF2B5EF4-FFF2-40B4-BE49-F238E27FC236}">
                <a16:creationId xmlns:a16="http://schemas.microsoft.com/office/drawing/2014/main" id="{4E4ED4E5-B58F-9DF9-9E58-75F962666948}"/>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1366138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13663CA-BA5A-41E7-1FBE-D38846DFEF75}"/>
              </a:ext>
            </a:extLst>
          </p:cNvPr>
          <p:cNvSpPr>
            <a:spLocks noGrp="1"/>
          </p:cNvSpPr>
          <p:nvPr>
            <p:ph type="title"/>
          </p:nvPr>
        </p:nvSpPr>
        <p:spPr>
          <a:xfrm>
            <a:off x="6095999" y="1510439"/>
            <a:ext cx="4669613" cy="1688906"/>
          </a:xfrm>
        </p:spPr>
        <p:txBody>
          <a:bodyPr/>
          <a:lstStyle/>
          <a:p>
            <a:r>
              <a:rPr lang="en-US" sz="3500">
                <a:latin typeface="Posterama Text Black (Headings)"/>
              </a:rPr>
              <a:t>2. PHÂN TÍCH THIẾT KẾ HỆ THỐNG</a:t>
            </a:r>
            <a:endParaRPr lang="en-US" sz="3500" dirty="0">
              <a:latin typeface="Posterama Text Black (Headings)"/>
            </a:endParaRPr>
          </a:p>
        </p:txBody>
      </p:sp>
      <p:sp>
        <p:nvSpPr>
          <p:cNvPr id="11" name="Text Placeholder 10">
            <a:extLst>
              <a:ext uri="{FF2B5EF4-FFF2-40B4-BE49-F238E27FC236}">
                <a16:creationId xmlns:a16="http://schemas.microsoft.com/office/drawing/2014/main" id="{02CEC6EF-006F-693B-5D79-47FD797CB22B}"/>
              </a:ext>
            </a:extLst>
          </p:cNvPr>
          <p:cNvSpPr>
            <a:spLocks noGrp="1"/>
          </p:cNvSpPr>
          <p:nvPr>
            <p:ph type="body" sz="quarter" idx="29"/>
          </p:nvPr>
        </p:nvSpPr>
        <p:spPr>
          <a:xfrm>
            <a:off x="6095999" y="3303494"/>
            <a:ext cx="4835237" cy="1637961"/>
          </a:xfrm>
        </p:spPr>
        <p:txBody>
          <a:bodyPr/>
          <a:lstStyle/>
          <a:p>
            <a:pPr lvl="0">
              <a:lnSpc>
                <a:spcPct val="150000"/>
              </a:lnSpc>
              <a:spcBef>
                <a:spcPts val="1200"/>
              </a:spcBef>
              <a:spcAft>
                <a:spcPts val="300"/>
              </a:spcAft>
            </a:pPr>
            <a:endParaRPr lang="en-US" sz="1800" b="1">
              <a:effectLst/>
              <a:latin typeface="Posterama Text Black (Headings)"/>
              <a:cs typeface="Arial" panose="020B0604020202020204" pitchFamily="34" charset="0"/>
            </a:endParaRPr>
          </a:p>
        </p:txBody>
      </p:sp>
      <p:sp>
        <p:nvSpPr>
          <p:cNvPr id="5" name="Slide Number Placeholder 4">
            <a:extLst>
              <a:ext uri="{FF2B5EF4-FFF2-40B4-BE49-F238E27FC236}">
                <a16:creationId xmlns:a16="http://schemas.microsoft.com/office/drawing/2014/main" id="{E31C7500-E032-DBB5-A780-8247E3B7367B}"/>
              </a:ext>
            </a:extLst>
          </p:cNvPr>
          <p:cNvSpPr>
            <a:spLocks noGrp="1"/>
          </p:cNvSpPr>
          <p:nvPr>
            <p:ph type="sldNum" sz="quarter" idx="31"/>
          </p:nvPr>
        </p:nvSpPr>
        <p:spPr/>
        <p:txBody>
          <a:bodyPr/>
          <a:lstStyle/>
          <a:p>
            <a:fld id="{47FEACEE-25B4-4A2D-B147-27296E36371D}" type="slidenum">
              <a:rPr lang="en-US" altLang="zh-CN" noProof="0" smtClean="0"/>
              <a:pPr/>
              <a:t>9</a:t>
            </a:fld>
            <a:endParaRPr lang="en-US" altLang="zh-CN" noProof="0" dirty="0"/>
          </a:p>
        </p:txBody>
      </p:sp>
      <p:sp>
        <p:nvSpPr>
          <p:cNvPr id="9" name="Footer Placeholder 3">
            <a:extLst>
              <a:ext uri="{FF2B5EF4-FFF2-40B4-BE49-F238E27FC236}">
                <a16:creationId xmlns:a16="http://schemas.microsoft.com/office/drawing/2014/main" id="{E3EC1206-F00C-6EE5-48B8-018D50D1413C}"/>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329559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B05EA-247D-7A56-6FE6-130F64259857}"/>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7E858812-E8B4-BDF2-2BD6-6B5F3570C072}"/>
              </a:ext>
            </a:extLst>
          </p:cNvPr>
          <p:cNvSpPr>
            <a:spLocks noGrp="1"/>
          </p:cNvSpPr>
          <p:nvPr>
            <p:ph type="sldNum" sz="quarter" idx="12"/>
          </p:nvPr>
        </p:nvSpPr>
        <p:spPr/>
        <p:txBody>
          <a:bodyPr/>
          <a:lstStyle/>
          <a:p>
            <a:fld id="{D5F9BE7B-8C6A-4521-AC0D-F4FAD6600991}" type="slidenum">
              <a:rPr lang="en-US" smtClean="0"/>
              <a:t>10</a:t>
            </a:fld>
            <a:endParaRPr lang="en-US"/>
          </a:p>
        </p:txBody>
      </p:sp>
      <p:sp>
        <p:nvSpPr>
          <p:cNvPr id="7" name="TextBox 6">
            <a:extLst>
              <a:ext uri="{FF2B5EF4-FFF2-40B4-BE49-F238E27FC236}">
                <a16:creationId xmlns:a16="http://schemas.microsoft.com/office/drawing/2014/main" id="{43E839F1-59AE-F9A3-34E2-4EEF3565FE64}"/>
              </a:ext>
            </a:extLst>
          </p:cNvPr>
          <p:cNvSpPr txBox="1"/>
          <p:nvPr/>
        </p:nvSpPr>
        <p:spPr>
          <a:xfrm>
            <a:off x="583511" y="943615"/>
            <a:ext cx="3638866" cy="458074"/>
          </a:xfrm>
          <a:prstGeom prst="rect">
            <a:avLst/>
          </a:prstGeom>
          <a:noFill/>
        </p:spPr>
        <p:txBody>
          <a:bodyPr wrap="square">
            <a:spAutoFit/>
          </a:bodyPr>
          <a:lstStyle/>
          <a:p>
            <a:pPr>
              <a:lnSpc>
                <a:spcPct val="150000"/>
              </a:lnSpc>
            </a:pPr>
            <a:r>
              <a:rPr lang="en-US" sz="1800">
                <a:effectLst/>
                <a:latin typeface="Roboto" panose="02000000000000000000" pitchFamily="2" charset="0"/>
                <a:ea typeface="Roboto" panose="02000000000000000000" pitchFamily="2" charset="0"/>
              </a:rPr>
              <a:t>2.1 Mô hình</a:t>
            </a:r>
            <a:r>
              <a:rPr lang="en-US">
                <a:latin typeface="Roboto" panose="02000000000000000000" pitchFamily="2" charset="0"/>
                <a:ea typeface="Roboto" panose="02000000000000000000" pitchFamily="2" charset="0"/>
              </a:rPr>
              <a:t> thực thể kết hợp</a:t>
            </a:r>
            <a:endParaRPr lang="en-US" sz="1800">
              <a:effectLst/>
              <a:latin typeface="Roboto" panose="02000000000000000000" pitchFamily="2" charset="0"/>
              <a:ea typeface="Roboto" panose="02000000000000000000" pitchFamily="2" charset="0"/>
            </a:endParaRPr>
          </a:p>
        </p:txBody>
      </p:sp>
      <p:sp>
        <p:nvSpPr>
          <p:cNvPr id="8" name="Title 4">
            <a:extLst>
              <a:ext uri="{FF2B5EF4-FFF2-40B4-BE49-F238E27FC236}">
                <a16:creationId xmlns:a16="http://schemas.microsoft.com/office/drawing/2014/main" id="{A2E844C7-3C35-4059-E2A1-BF156E1D7C83}"/>
              </a:ext>
            </a:extLst>
          </p:cNvPr>
          <p:cNvSpPr txBox="1">
            <a:spLocks/>
          </p:cNvSpPr>
          <p:nvPr/>
        </p:nvSpPr>
        <p:spPr>
          <a:xfrm>
            <a:off x="239329" y="300529"/>
            <a:ext cx="6410851" cy="64308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b="1" kern="1200">
                <a:solidFill>
                  <a:schemeClr val="accent6"/>
                </a:solidFill>
                <a:latin typeface="+mj-lt"/>
                <a:ea typeface="+mj-ea"/>
                <a:cs typeface="+mj-cs"/>
              </a:defRPr>
            </a:lvl1pPr>
          </a:lstStyle>
          <a:p>
            <a:r>
              <a:rPr lang="en-US" sz="3200">
                <a:latin typeface="Posterama Text Black (Headings)"/>
              </a:rPr>
              <a:t>2. PHÂN TÍCH THIẾT KẾ HỆ THỐNG</a:t>
            </a:r>
            <a:endParaRPr lang="en-US" sz="3000" dirty="0"/>
          </a:p>
        </p:txBody>
      </p:sp>
      <p:sp>
        <p:nvSpPr>
          <p:cNvPr id="3" name="Footer Placeholder 3">
            <a:extLst>
              <a:ext uri="{FF2B5EF4-FFF2-40B4-BE49-F238E27FC236}">
                <a16:creationId xmlns:a16="http://schemas.microsoft.com/office/drawing/2014/main" id="{0B231F0A-146D-6517-CA0D-B85297C800FA}"/>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7060139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405E9-00BF-47E2-9B83-D30F2A78CE49}"/>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DDD8C0E-8815-F60E-BA90-36FA511F6194}"/>
              </a:ext>
            </a:extLst>
          </p:cNvPr>
          <p:cNvSpPr>
            <a:spLocks noGrp="1"/>
          </p:cNvSpPr>
          <p:nvPr>
            <p:ph type="sldNum" sz="quarter" idx="12"/>
          </p:nvPr>
        </p:nvSpPr>
        <p:spPr/>
        <p:txBody>
          <a:bodyPr/>
          <a:lstStyle/>
          <a:p>
            <a:fld id="{D5F9BE7B-8C6A-4521-AC0D-F4FAD6600991}" type="slidenum">
              <a:rPr lang="en-US" smtClean="0"/>
              <a:t>11</a:t>
            </a:fld>
            <a:endParaRPr lang="en-US"/>
          </a:p>
        </p:txBody>
      </p:sp>
      <p:pic>
        <p:nvPicPr>
          <p:cNvPr id="1026" name="Picture 2">
            <a:extLst>
              <a:ext uri="{FF2B5EF4-FFF2-40B4-BE49-F238E27FC236}">
                <a16:creationId xmlns:a16="http://schemas.microsoft.com/office/drawing/2014/main" id="{ACCBAC47-3D9F-E380-C595-F0751A5EF9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960" y="115675"/>
            <a:ext cx="11772431" cy="6706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10535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ADB4B-67B9-195E-3A72-99D9F0CEC383}"/>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836516E-8AA3-2400-CCAF-8631E09FAC69}"/>
              </a:ext>
            </a:extLst>
          </p:cNvPr>
          <p:cNvSpPr>
            <a:spLocks noGrp="1"/>
          </p:cNvSpPr>
          <p:nvPr>
            <p:ph type="sldNum" sz="quarter" idx="12"/>
          </p:nvPr>
        </p:nvSpPr>
        <p:spPr/>
        <p:txBody>
          <a:bodyPr/>
          <a:lstStyle/>
          <a:p>
            <a:fld id="{D5F9BE7B-8C6A-4521-AC0D-F4FAD6600991}" type="slidenum">
              <a:rPr lang="en-US" smtClean="0"/>
              <a:t>12</a:t>
            </a:fld>
            <a:endParaRPr lang="en-US"/>
          </a:p>
        </p:txBody>
      </p:sp>
      <p:sp>
        <p:nvSpPr>
          <p:cNvPr id="7" name="TextBox 6">
            <a:extLst>
              <a:ext uri="{FF2B5EF4-FFF2-40B4-BE49-F238E27FC236}">
                <a16:creationId xmlns:a16="http://schemas.microsoft.com/office/drawing/2014/main" id="{5B4061A7-A0B9-012A-3F5B-0561034CCA9B}"/>
              </a:ext>
            </a:extLst>
          </p:cNvPr>
          <p:cNvSpPr txBox="1"/>
          <p:nvPr/>
        </p:nvSpPr>
        <p:spPr>
          <a:xfrm>
            <a:off x="583511" y="943615"/>
            <a:ext cx="3638866" cy="458074"/>
          </a:xfrm>
          <a:prstGeom prst="rect">
            <a:avLst/>
          </a:prstGeom>
          <a:noFill/>
        </p:spPr>
        <p:txBody>
          <a:bodyPr wrap="square">
            <a:spAutoFit/>
          </a:bodyPr>
          <a:lstStyle/>
          <a:p>
            <a:pPr>
              <a:lnSpc>
                <a:spcPct val="150000"/>
              </a:lnSpc>
            </a:pPr>
            <a:r>
              <a:rPr lang="en-US" sz="1800">
                <a:effectLst/>
                <a:latin typeface="Roboto" panose="02000000000000000000" pitchFamily="2" charset="0"/>
                <a:ea typeface="Roboto" panose="02000000000000000000" pitchFamily="2" charset="0"/>
              </a:rPr>
              <a:t>2.2 Mô hình</a:t>
            </a:r>
            <a:r>
              <a:rPr lang="en-US">
                <a:latin typeface="Roboto" panose="02000000000000000000" pitchFamily="2" charset="0"/>
                <a:ea typeface="Roboto" panose="02000000000000000000" pitchFamily="2" charset="0"/>
              </a:rPr>
              <a:t> vật lý</a:t>
            </a:r>
            <a:endParaRPr lang="en-US" sz="1800">
              <a:effectLst/>
              <a:latin typeface="Roboto" panose="02000000000000000000" pitchFamily="2" charset="0"/>
              <a:ea typeface="Roboto" panose="02000000000000000000" pitchFamily="2" charset="0"/>
            </a:endParaRPr>
          </a:p>
        </p:txBody>
      </p:sp>
      <p:sp>
        <p:nvSpPr>
          <p:cNvPr id="8" name="Title 4">
            <a:extLst>
              <a:ext uri="{FF2B5EF4-FFF2-40B4-BE49-F238E27FC236}">
                <a16:creationId xmlns:a16="http://schemas.microsoft.com/office/drawing/2014/main" id="{6D801FD2-5377-AA2E-58D3-6DF272521C24}"/>
              </a:ext>
            </a:extLst>
          </p:cNvPr>
          <p:cNvSpPr txBox="1">
            <a:spLocks/>
          </p:cNvSpPr>
          <p:nvPr/>
        </p:nvSpPr>
        <p:spPr>
          <a:xfrm>
            <a:off x="239329" y="300529"/>
            <a:ext cx="6410851" cy="643086"/>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b="1" kern="1200">
                <a:solidFill>
                  <a:schemeClr val="accent6"/>
                </a:solidFill>
                <a:latin typeface="+mj-lt"/>
                <a:ea typeface="+mj-ea"/>
                <a:cs typeface="+mj-cs"/>
              </a:defRPr>
            </a:lvl1pPr>
          </a:lstStyle>
          <a:p>
            <a:r>
              <a:rPr lang="en-US" sz="3200">
                <a:latin typeface="Posterama Text Black (Headings)"/>
              </a:rPr>
              <a:t>2. PHÂN TÍCH THIẾT KẾ HỆ THỐNG</a:t>
            </a:r>
            <a:endParaRPr lang="en-US" sz="3000" dirty="0"/>
          </a:p>
        </p:txBody>
      </p:sp>
      <p:sp>
        <p:nvSpPr>
          <p:cNvPr id="3" name="Footer Placeholder 3">
            <a:extLst>
              <a:ext uri="{FF2B5EF4-FFF2-40B4-BE49-F238E27FC236}">
                <a16:creationId xmlns:a16="http://schemas.microsoft.com/office/drawing/2014/main" id="{5F99BB90-179C-A652-5B75-46D67808425C}"/>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27881081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25CE3-B2ED-FB1A-D0BC-D9E3DCC44D85}"/>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0AC1E20C-EB60-DA8A-85E4-0A33B97A5105}"/>
              </a:ext>
            </a:extLst>
          </p:cNvPr>
          <p:cNvSpPr>
            <a:spLocks noGrp="1"/>
          </p:cNvSpPr>
          <p:nvPr>
            <p:ph type="sldNum" sz="quarter" idx="12"/>
          </p:nvPr>
        </p:nvSpPr>
        <p:spPr/>
        <p:txBody>
          <a:bodyPr/>
          <a:lstStyle/>
          <a:p>
            <a:fld id="{D5F9BE7B-8C6A-4521-AC0D-F4FAD6600991}" type="slidenum">
              <a:rPr lang="en-US" smtClean="0"/>
              <a:t>13</a:t>
            </a:fld>
            <a:endParaRPr lang="en-US"/>
          </a:p>
        </p:txBody>
      </p:sp>
      <p:pic>
        <p:nvPicPr>
          <p:cNvPr id="2050" name="Picture 2">
            <a:extLst>
              <a:ext uri="{FF2B5EF4-FFF2-40B4-BE49-F238E27FC236}">
                <a16:creationId xmlns:a16="http://schemas.microsoft.com/office/drawing/2014/main" id="{F525619C-B103-A736-D3B0-1CF7AC81AF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358742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61671-C57D-7AFE-B96D-F8766E3E66D1}"/>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BD761604-8FC3-573E-EC3E-765D158D248F}"/>
              </a:ext>
            </a:extLst>
          </p:cNvPr>
          <p:cNvSpPr>
            <a:spLocks noGrp="1"/>
          </p:cNvSpPr>
          <p:nvPr>
            <p:ph type="title"/>
          </p:nvPr>
        </p:nvSpPr>
        <p:spPr>
          <a:xfrm>
            <a:off x="6095999" y="2321859"/>
            <a:ext cx="5620872" cy="877486"/>
          </a:xfrm>
        </p:spPr>
        <p:txBody>
          <a:bodyPr/>
          <a:lstStyle/>
          <a:p>
            <a:r>
              <a:rPr lang="en-US" sz="3500">
                <a:latin typeface="Posterama Text Black (Headings)"/>
              </a:rPr>
              <a:t>3. XÂY DỰNG WEBSITE GIÀY</a:t>
            </a:r>
            <a:endParaRPr lang="en-US" sz="3500" dirty="0">
              <a:latin typeface="Posterama Text Black (Headings)"/>
            </a:endParaRPr>
          </a:p>
        </p:txBody>
      </p:sp>
      <p:sp>
        <p:nvSpPr>
          <p:cNvPr id="5" name="Slide Number Placeholder 4">
            <a:extLst>
              <a:ext uri="{FF2B5EF4-FFF2-40B4-BE49-F238E27FC236}">
                <a16:creationId xmlns:a16="http://schemas.microsoft.com/office/drawing/2014/main" id="{E8F38F8D-5438-F5B7-1F5A-A1D6958A039B}"/>
              </a:ext>
            </a:extLst>
          </p:cNvPr>
          <p:cNvSpPr>
            <a:spLocks noGrp="1"/>
          </p:cNvSpPr>
          <p:nvPr>
            <p:ph type="sldNum" sz="quarter" idx="31"/>
          </p:nvPr>
        </p:nvSpPr>
        <p:spPr/>
        <p:txBody>
          <a:bodyPr/>
          <a:lstStyle/>
          <a:p>
            <a:fld id="{47FEACEE-25B4-4A2D-B147-27296E36371D}" type="slidenum">
              <a:rPr lang="en-US" altLang="zh-CN" noProof="0" smtClean="0"/>
              <a:pPr/>
              <a:t>14</a:t>
            </a:fld>
            <a:endParaRPr lang="en-US" altLang="zh-CN" noProof="0" dirty="0"/>
          </a:p>
        </p:txBody>
      </p:sp>
      <p:sp>
        <p:nvSpPr>
          <p:cNvPr id="2" name="Footer Placeholder 3">
            <a:extLst>
              <a:ext uri="{FF2B5EF4-FFF2-40B4-BE49-F238E27FC236}">
                <a16:creationId xmlns:a16="http://schemas.microsoft.com/office/drawing/2014/main" id="{F2FAA14B-6CEC-32AE-9FB9-3FB3DC9FABE1}"/>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38627930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C749D09-58E0-89C9-A7B7-7086D4A0DBBB}"/>
              </a:ext>
            </a:extLst>
          </p:cNvPr>
          <p:cNvSpPr>
            <a:spLocks noGrp="1"/>
          </p:cNvSpPr>
          <p:nvPr>
            <p:ph type="sldNum" sz="quarter" idx="29"/>
          </p:nvPr>
        </p:nvSpPr>
        <p:spPr/>
        <p:txBody>
          <a:bodyPr/>
          <a:lstStyle/>
          <a:p>
            <a:fld id="{47FEACEE-25B4-4A2D-B147-27296E36371D}" type="slidenum">
              <a:rPr lang="en-US" altLang="zh-CN" smtClean="0"/>
              <a:pPr/>
              <a:t>15</a:t>
            </a:fld>
            <a:endParaRPr lang="en-US" altLang="zh-CN" dirty="0"/>
          </a:p>
        </p:txBody>
      </p:sp>
      <p:sp>
        <p:nvSpPr>
          <p:cNvPr id="6" name="Title 5">
            <a:extLst>
              <a:ext uri="{FF2B5EF4-FFF2-40B4-BE49-F238E27FC236}">
                <a16:creationId xmlns:a16="http://schemas.microsoft.com/office/drawing/2014/main" id="{15CE0AB4-58CA-7B02-63D4-D845F2DE3E01}"/>
              </a:ext>
            </a:extLst>
          </p:cNvPr>
          <p:cNvSpPr>
            <a:spLocks noGrp="1"/>
          </p:cNvSpPr>
          <p:nvPr>
            <p:ph type="title"/>
          </p:nvPr>
        </p:nvSpPr>
        <p:spPr>
          <a:xfrm>
            <a:off x="403950" y="210830"/>
            <a:ext cx="4966448" cy="694605"/>
          </a:xfrm>
        </p:spPr>
        <p:txBody>
          <a:bodyPr/>
          <a:lstStyle/>
          <a:p>
            <a:r>
              <a:rPr lang="en-US" sz="2000">
                <a:latin typeface="Posterama Text Black (Headings)"/>
              </a:rPr>
              <a:t>3. XÂY DỰNG WEBSITE GIÀY</a:t>
            </a:r>
            <a:endParaRPr lang="en-US" sz="2000" dirty="0">
              <a:latin typeface="Posterama Text Black (Headings)"/>
            </a:endParaRPr>
          </a:p>
        </p:txBody>
      </p:sp>
      <p:sp>
        <p:nvSpPr>
          <p:cNvPr id="9" name="TextBox 8">
            <a:extLst>
              <a:ext uri="{FF2B5EF4-FFF2-40B4-BE49-F238E27FC236}">
                <a16:creationId xmlns:a16="http://schemas.microsoft.com/office/drawing/2014/main" id="{F8D6A347-ABDC-00C7-D17F-FAD9F5B6F3A5}"/>
              </a:ext>
            </a:extLst>
          </p:cNvPr>
          <p:cNvSpPr txBox="1"/>
          <p:nvPr/>
        </p:nvSpPr>
        <p:spPr>
          <a:xfrm>
            <a:off x="484632" y="809883"/>
            <a:ext cx="10454170" cy="1159292"/>
          </a:xfrm>
          <a:prstGeom prst="rect">
            <a:avLst/>
          </a:prstGeom>
          <a:noFill/>
        </p:spPr>
        <p:txBody>
          <a:bodyPr wrap="square">
            <a:spAutoFit/>
          </a:bodyPr>
          <a:lstStyle/>
          <a:p>
            <a:pPr lvl="1" algn="just">
              <a:lnSpc>
                <a:spcPct val="150000"/>
              </a:lnSpc>
            </a:pPr>
            <a:r>
              <a:rPr lang="en-US" sz="1600" b="1">
                <a:effectLst/>
                <a:latin typeface="Roboto" panose="02000000000000000000" pitchFamily="2" charset="0"/>
                <a:ea typeface="Roboto" panose="02000000000000000000" pitchFamily="2" charset="0"/>
              </a:rPr>
              <a:t>3.1 Giao diện đăng nhập, đăng ký</a:t>
            </a:r>
            <a:endParaRPr lang="en-US" sz="1600">
              <a:effectLst/>
              <a:latin typeface="Roboto" panose="02000000000000000000" pitchFamily="2" charset="0"/>
              <a:ea typeface="Roboto" panose="02000000000000000000" pitchFamily="2" charset="0"/>
            </a:endParaRPr>
          </a:p>
          <a:p>
            <a:pPr indent="457200" algn="just">
              <a:lnSpc>
                <a:spcPct val="150000"/>
              </a:lnSpc>
            </a:pPr>
            <a:r>
              <a:rPr lang="en-US" sz="1600">
                <a:effectLst/>
                <a:latin typeface="Roboto" panose="02000000000000000000" pitchFamily="2" charset="0"/>
                <a:ea typeface="Roboto" panose="02000000000000000000" pitchFamily="2" charset="0"/>
              </a:rPr>
              <a:t>Đây là trang đăng nhập cho người dùng, có hai chức năng chính là đăng nhập và đăng ký, khi đăng nhập cần phải nhập email và mật khẩu để tiến hành vào hệ thống</a:t>
            </a:r>
          </a:p>
        </p:txBody>
      </p:sp>
      <p:sp>
        <p:nvSpPr>
          <p:cNvPr id="2" name="Footer Placeholder 3">
            <a:extLst>
              <a:ext uri="{FF2B5EF4-FFF2-40B4-BE49-F238E27FC236}">
                <a16:creationId xmlns:a16="http://schemas.microsoft.com/office/drawing/2014/main" id="{B234B71B-5632-E8E6-6452-F33E93E9EC81}"/>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pic>
        <p:nvPicPr>
          <p:cNvPr id="3074" name="Picture 2">
            <a:extLst>
              <a:ext uri="{FF2B5EF4-FFF2-40B4-BE49-F238E27FC236}">
                <a16:creationId xmlns:a16="http://schemas.microsoft.com/office/drawing/2014/main" id="{B151AD6A-1DBF-45D5-A396-DABE621DDA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23644" y="2169440"/>
            <a:ext cx="6931198" cy="33528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485829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86565-376C-8402-F8AF-C58258774126}"/>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56FD35F-A864-C8EF-F6CB-75BCF31022FA}"/>
              </a:ext>
            </a:extLst>
          </p:cNvPr>
          <p:cNvSpPr>
            <a:spLocks noGrp="1"/>
          </p:cNvSpPr>
          <p:nvPr>
            <p:ph type="sldNum" sz="quarter" idx="29"/>
          </p:nvPr>
        </p:nvSpPr>
        <p:spPr/>
        <p:txBody>
          <a:bodyPr/>
          <a:lstStyle/>
          <a:p>
            <a:fld id="{47FEACEE-25B4-4A2D-B147-27296E36371D}" type="slidenum">
              <a:rPr lang="en-US" altLang="zh-CN" smtClean="0"/>
              <a:pPr/>
              <a:t>16</a:t>
            </a:fld>
            <a:endParaRPr lang="en-US" altLang="zh-CN" dirty="0"/>
          </a:p>
        </p:txBody>
      </p:sp>
      <p:sp>
        <p:nvSpPr>
          <p:cNvPr id="6" name="Title 5">
            <a:extLst>
              <a:ext uri="{FF2B5EF4-FFF2-40B4-BE49-F238E27FC236}">
                <a16:creationId xmlns:a16="http://schemas.microsoft.com/office/drawing/2014/main" id="{D2004617-AFA9-BAAB-F9C9-79945C595FB8}"/>
              </a:ext>
            </a:extLst>
          </p:cNvPr>
          <p:cNvSpPr>
            <a:spLocks noGrp="1"/>
          </p:cNvSpPr>
          <p:nvPr>
            <p:ph type="title"/>
          </p:nvPr>
        </p:nvSpPr>
        <p:spPr>
          <a:xfrm>
            <a:off x="403950" y="210830"/>
            <a:ext cx="4966448" cy="694605"/>
          </a:xfrm>
        </p:spPr>
        <p:txBody>
          <a:bodyPr/>
          <a:lstStyle/>
          <a:p>
            <a:r>
              <a:rPr lang="en-US" sz="2000">
                <a:latin typeface="Posterama Text Black (Headings)"/>
              </a:rPr>
              <a:t>3. XÂY DỰNG WEBSITE GIÀY</a:t>
            </a:r>
            <a:endParaRPr lang="en-US" sz="2000" dirty="0">
              <a:latin typeface="Posterama Text Black (Headings)"/>
            </a:endParaRPr>
          </a:p>
        </p:txBody>
      </p:sp>
      <p:sp>
        <p:nvSpPr>
          <p:cNvPr id="9" name="TextBox 8">
            <a:extLst>
              <a:ext uri="{FF2B5EF4-FFF2-40B4-BE49-F238E27FC236}">
                <a16:creationId xmlns:a16="http://schemas.microsoft.com/office/drawing/2014/main" id="{BD14699E-BF8C-3AD4-2CA4-94EF14EEBB9A}"/>
              </a:ext>
            </a:extLst>
          </p:cNvPr>
          <p:cNvSpPr txBox="1"/>
          <p:nvPr/>
        </p:nvSpPr>
        <p:spPr>
          <a:xfrm>
            <a:off x="484632" y="963291"/>
            <a:ext cx="10454170" cy="420628"/>
          </a:xfrm>
          <a:prstGeom prst="rect">
            <a:avLst/>
          </a:prstGeom>
          <a:noFill/>
        </p:spPr>
        <p:txBody>
          <a:bodyPr wrap="square">
            <a:spAutoFit/>
          </a:bodyPr>
          <a:lstStyle/>
          <a:p>
            <a:pPr lvl="1" algn="just">
              <a:lnSpc>
                <a:spcPct val="150000"/>
              </a:lnSpc>
            </a:pPr>
            <a:r>
              <a:rPr lang="en-US" sz="1600" b="1">
                <a:effectLst/>
                <a:latin typeface="Roboto" panose="02000000000000000000" pitchFamily="2" charset="0"/>
                <a:ea typeface="Roboto" panose="02000000000000000000" pitchFamily="2" charset="0"/>
              </a:rPr>
              <a:t>3.2 Giao diện đăng ký</a:t>
            </a:r>
            <a:endParaRPr lang="en-US" sz="1600">
              <a:effectLst/>
              <a:latin typeface="Roboto" panose="02000000000000000000" pitchFamily="2" charset="0"/>
              <a:ea typeface="Roboto" panose="02000000000000000000" pitchFamily="2" charset="0"/>
            </a:endParaRPr>
          </a:p>
        </p:txBody>
      </p:sp>
      <p:sp>
        <p:nvSpPr>
          <p:cNvPr id="3" name="Footer Placeholder 3">
            <a:extLst>
              <a:ext uri="{FF2B5EF4-FFF2-40B4-BE49-F238E27FC236}">
                <a16:creationId xmlns:a16="http://schemas.microsoft.com/office/drawing/2014/main" id="{FA6CC4CE-4B98-14B4-A78B-25FDA6A6CB63}"/>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pic>
        <p:nvPicPr>
          <p:cNvPr id="4098" name="Picture 2">
            <a:extLst>
              <a:ext uri="{FF2B5EF4-FFF2-40B4-BE49-F238E27FC236}">
                <a16:creationId xmlns:a16="http://schemas.microsoft.com/office/drawing/2014/main" id="{44C1E48B-B428-E699-8358-C9C4DC4C52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71103" y="1616803"/>
            <a:ext cx="8277853" cy="39951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454097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A85AD-C548-D99B-C63A-1C16852F3632}"/>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AF1F42E-B967-4F01-DA96-11C877630FDA}"/>
              </a:ext>
            </a:extLst>
          </p:cNvPr>
          <p:cNvSpPr>
            <a:spLocks noGrp="1"/>
          </p:cNvSpPr>
          <p:nvPr>
            <p:ph type="sldNum" sz="quarter" idx="29"/>
          </p:nvPr>
        </p:nvSpPr>
        <p:spPr/>
        <p:txBody>
          <a:bodyPr/>
          <a:lstStyle/>
          <a:p>
            <a:fld id="{47FEACEE-25B4-4A2D-B147-27296E36371D}" type="slidenum">
              <a:rPr lang="en-US" altLang="zh-CN" smtClean="0"/>
              <a:pPr/>
              <a:t>17</a:t>
            </a:fld>
            <a:endParaRPr lang="en-US" altLang="zh-CN" dirty="0"/>
          </a:p>
        </p:txBody>
      </p:sp>
      <p:sp>
        <p:nvSpPr>
          <p:cNvPr id="6" name="Title 5">
            <a:extLst>
              <a:ext uri="{FF2B5EF4-FFF2-40B4-BE49-F238E27FC236}">
                <a16:creationId xmlns:a16="http://schemas.microsoft.com/office/drawing/2014/main" id="{63BEFE1A-AAF0-4BE8-AD41-893C5E1FB4ED}"/>
              </a:ext>
            </a:extLst>
          </p:cNvPr>
          <p:cNvSpPr>
            <a:spLocks noGrp="1"/>
          </p:cNvSpPr>
          <p:nvPr>
            <p:ph type="title"/>
          </p:nvPr>
        </p:nvSpPr>
        <p:spPr>
          <a:xfrm>
            <a:off x="403950" y="210830"/>
            <a:ext cx="4966448" cy="694605"/>
          </a:xfrm>
        </p:spPr>
        <p:txBody>
          <a:bodyPr/>
          <a:lstStyle/>
          <a:p>
            <a:r>
              <a:rPr lang="en-US" sz="2000">
                <a:latin typeface="Posterama Text Black (Headings)"/>
              </a:rPr>
              <a:t>3. XÂY DỰNG WEBSITE GIÀY</a:t>
            </a:r>
            <a:endParaRPr lang="en-US" sz="2000" dirty="0">
              <a:latin typeface="Posterama Text Black (Headings)"/>
            </a:endParaRPr>
          </a:p>
        </p:txBody>
      </p:sp>
      <p:sp>
        <p:nvSpPr>
          <p:cNvPr id="9" name="TextBox 8">
            <a:extLst>
              <a:ext uri="{FF2B5EF4-FFF2-40B4-BE49-F238E27FC236}">
                <a16:creationId xmlns:a16="http://schemas.microsoft.com/office/drawing/2014/main" id="{90CC04CB-8F9B-EB90-1AD2-6E3BF0BDFBA2}"/>
              </a:ext>
            </a:extLst>
          </p:cNvPr>
          <p:cNvSpPr txBox="1"/>
          <p:nvPr/>
        </p:nvSpPr>
        <p:spPr>
          <a:xfrm>
            <a:off x="675579" y="725589"/>
            <a:ext cx="9403439" cy="789960"/>
          </a:xfrm>
          <a:prstGeom prst="rect">
            <a:avLst/>
          </a:prstGeom>
          <a:noFill/>
        </p:spPr>
        <p:txBody>
          <a:bodyPr wrap="square">
            <a:spAutoFit/>
          </a:bodyPr>
          <a:lstStyle/>
          <a:p>
            <a:pPr lvl="1">
              <a:lnSpc>
                <a:spcPct val="150000"/>
              </a:lnSpc>
            </a:pPr>
            <a:r>
              <a:rPr lang="en-US" sz="1600" b="1">
                <a:effectLst/>
                <a:latin typeface="Roboto" panose="02000000000000000000" pitchFamily="2" charset="0"/>
                <a:ea typeface="Roboto" panose="02000000000000000000" pitchFamily="2" charset="0"/>
              </a:rPr>
              <a:t>3.3 Giao diện trang chủ</a:t>
            </a:r>
            <a:endParaRPr lang="en-US" sz="1600">
              <a:effectLst/>
              <a:latin typeface="Roboto" panose="02000000000000000000" pitchFamily="2" charset="0"/>
              <a:ea typeface="Roboto" panose="02000000000000000000" pitchFamily="2" charset="0"/>
            </a:endParaRPr>
          </a:p>
          <a:p>
            <a:pPr algn="just">
              <a:lnSpc>
                <a:spcPct val="150000"/>
              </a:lnSpc>
            </a:pPr>
            <a:r>
              <a:rPr lang="en-US" sz="1600">
                <a:effectLst/>
                <a:latin typeface="Roboto" panose="02000000000000000000" pitchFamily="2" charset="0"/>
                <a:ea typeface="Roboto" panose="02000000000000000000" pitchFamily="2" charset="0"/>
              </a:rPr>
              <a:t>Giao diện trang chủ của website sẽ gồm slide và danh sách sản phẩm.</a:t>
            </a:r>
          </a:p>
        </p:txBody>
      </p:sp>
      <p:sp>
        <p:nvSpPr>
          <p:cNvPr id="2" name="Footer Placeholder 3">
            <a:extLst>
              <a:ext uri="{FF2B5EF4-FFF2-40B4-BE49-F238E27FC236}">
                <a16:creationId xmlns:a16="http://schemas.microsoft.com/office/drawing/2014/main" id="{62B8BEFF-6B51-3CCD-012C-E8A9CD7CF54E}"/>
              </a:ext>
            </a:extLst>
          </p:cNvPr>
          <p:cNvSpPr txBox="1">
            <a:spLocks/>
          </p:cNvSpPr>
          <p:nvPr/>
        </p:nvSpPr>
        <p:spPr>
          <a:xfrm>
            <a:off x="484631"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pic>
        <p:nvPicPr>
          <p:cNvPr id="5122" name="Picture 2">
            <a:extLst>
              <a:ext uri="{FF2B5EF4-FFF2-40B4-BE49-F238E27FC236}">
                <a16:creationId xmlns:a16="http://schemas.microsoft.com/office/drawing/2014/main" id="{0E7E3160-D721-4B1E-126E-2B17A94EC4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0986" y="1515549"/>
            <a:ext cx="9550027" cy="45798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229554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63CCC-BC67-2ED3-8FCE-BDE79340A838}"/>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05DFF973-2834-8D93-211E-E9FF8BB9C579}"/>
              </a:ext>
            </a:extLst>
          </p:cNvPr>
          <p:cNvSpPr>
            <a:spLocks noGrp="1"/>
          </p:cNvSpPr>
          <p:nvPr>
            <p:ph type="sldNum" sz="quarter" idx="29"/>
          </p:nvPr>
        </p:nvSpPr>
        <p:spPr/>
        <p:txBody>
          <a:bodyPr/>
          <a:lstStyle/>
          <a:p>
            <a:fld id="{47FEACEE-25B4-4A2D-B147-27296E36371D}" type="slidenum">
              <a:rPr lang="en-US" altLang="zh-CN" smtClean="0"/>
              <a:pPr/>
              <a:t>18</a:t>
            </a:fld>
            <a:endParaRPr lang="en-US" altLang="zh-CN" dirty="0"/>
          </a:p>
        </p:txBody>
      </p:sp>
      <p:sp>
        <p:nvSpPr>
          <p:cNvPr id="6" name="Title 5">
            <a:extLst>
              <a:ext uri="{FF2B5EF4-FFF2-40B4-BE49-F238E27FC236}">
                <a16:creationId xmlns:a16="http://schemas.microsoft.com/office/drawing/2014/main" id="{A26C85D0-431E-B686-7480-68E040EA2563}"/>
              </a:ext>
            </a:extLst>
          </p:cNvPr>
          <p:cNvSpPr>
            <a:spLocks noGrp="1"/>
          </p:cNvSpPr>
          <p:nvPr>
            <p:ph type="title"/>
          </p:nvPr>
        </p:nvSpPr>
        <p:spPr>
          <a:xfrm>
            <a:off x="403950" y="210830"/>
            <a:ext cx="4966448" cy="694605"/>
          </a:xfrm>
        </p:spPr>
        <p:txBody>
          <a:bodyPr/>
          <a:lstStyle/>
          <a:p>
            <a:r>
              <a:rPr lang="en-US" sz="2000">
                <a:latin typeface="Posterama Text Black (Headings)"/>
              </a:rPr>
              <a:t>3. XÂY DỰNG WEBSITE GIÀY</a:t>
            </a:r>
            <a:endParaRPr lang="en-US" sz="2000" dirty="0">
              <a:latin typeface="Posterama Text Black (Headings)"/>
            </a:endParaRPr>
          </a:p>
        </p:txBody>
      </p:sp>
      <p:sp>
        <p:nvSpPr>
          <p:cNvPr id="9" name="TextBox 8">
            <a:extLst>
              <a:ext uri="{FF2B5EF4-FFF2-40B4-BE49-F238E27FC236}">
                <a16:creationId xmlns:a16="http://schemas.microsoft.com/office/drawing/2014/main" id="{80F7D2B3-3956-654B-B64C-ED291BADE6E9}"/>
              </a:ext>
            </a:extLst>
          </p:cNvPr>
          <p:cNvSpPr txBox="1"/>
          <p:nvPr/>
        </p:nvSpPr>
        <p:spPr>
          <a:xfrm>
            <a:off x="233083" y="725589"/>
            <a:ext cx="9845936" cy="1620957"/>
          </a:xfrm>
          <a:prstGeom prst="rect">
            <a:avLst/>
          </a:prstGeom>
          <a:noFill/>
        </p:spPr>
        <p:txBody>
          <a:bodyPr wrap="square">
            <a:spAutoFit/>
          </a:bodyPr>
          <a:lstStyle/>
          <a:p>
            <a:pPr lvl="1">
              <a:lnSpc>
                <a:spcPct val="150000"/>
              </a:lnSpc>
            </a:pPr>
            <a:r>
              <a:rPr lang="en-US" sz="1600" b="1">
                <a:effectLst/>
                <a:latin typeface="Roboto" panose="02000000000000000000" pitchFamily="2" charset="0"/>
                <a:ea typeface="Roboto" panose="02000000000000000000" pitchFamily="2" charset="0"/>
              </a:rPr>
              <a:t>3.4 Giao diện giỏ hàng</a:t>
            </a:r>
          </a:p>
          <a:p>
            <a:pPr lvl="1">
              <a:lnSpc>
                <a:spcPct val="150000"/>
              </a:lnSpc>
            </a:pPr>
            <a:r>
              <a:rPr lang="en-US" sz="1800">
                <a:effectLst/>
                <a:latin typeface="Times New Roman" panose="02020603050405020304" pitchFamily="18" charset="0"/>
                <a:ea typeface="Times New Roman" panose="02020603050405020304" pitchFamily="18" charset="0"/>
              </a:rPr>
              <a:t>Giao diện giỏ hàng bên trong có số lượng sản phẩm, giá tiền, tổng tiền cần phải thanh toán, nếu đã xác nhận mua thì chỉ cần bấm nút thanh toán.</a:t>
            </a:r>
          </a:p>
          <a:p>
            <a:pPr lvl="1" algn="just">
              <a:lnSpc>
                <a:spcPct val="150000"/>
              </a:lnSpc>
            </a:pPr>
            <a:endParaRPr lang="en-US" sz="1600">
              <a:effectLst/>
              <a:latin typeface="Roboto" panose="02000000000000000000" pitchFamily="2" charset="0"/>
              <a:ea typeface="Roboto" panose="02000000000000000000" pitchFamily="2" charset="0"/>
            </a:endParaRPr>
          </a:p>
        </p:txBody>
      </p:sp>
      <p:pic>
        <p:nvPicPr>
          <p:cNvPr id="4" name="Picture 3">
            <a:extLst>
              <a:ext uri="{FF2B5EF4-FFF2-40B4-BE49-F238E27FC236}">
                <a16:creationId xmlns:a16="http://schemas.microsoft.com/office/drawing/2014/main" id="{AC185287-6F43-1536-5044-D02D0290A56E}"/>
              </a:ext>
            </a:extLst>
          </p:cNvPr>
          <p:cNvPicPr>
            <a:picLocks noChangeAspect="1"/>
          </p:cNvPicPr>
          <p:nvPr/>
        </p:nvPicPr>
        <p:blipFill>
          <a:blip r:embed="rId2"/>
          <a:stretch>
            <a:fillRect/>
          </a:stretch>
        </p:blipFill>
        <p:spPr>
          <a:xfrm>
            <a:off x="1435685" y="1990908"/>
            <a:ext cx="8643334" cy="4141503"/>
          </a:xfrm>
          <a:prstGeom prst="rect">
            <a:avLst/>
          </a:prstGeom>
        </p:spPr>
      </p:pic>
      <p:sp>
        <p:nvSpPr>
          <p:cNvPr id="7" name="Footer Placeholder 3">
            <a:extLst>
              <a:ext uri="{FF2B5EF4-FFF2-40B4-BE49-F238E27FC236}">
                <a16:creationId xmlns:a16="http://schemas.microsoft.com/office/drawing/2014/main" id="{DB8BA2ED-9824-594F-8D5E-70D88C7D2F6E}"/>
              </a:ext>
            </a:extLst>
          </p:cNvPr>
          <p:cNvSpPr txBox="1">
            <a:spLocks/>
          </p:cNvSpPr>
          <p:nvPr/>
        </p:nvSpPr>
        <p:spPr>
          <a:xfrm>
            <a:off x="403950"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40911659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0DBF5-AEB8-8130-B590-97D090C33BE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542F9600-8522-4ED5-88CE-12237C630CDF}"/>
              </a:ext>
            </a:extLst>
          </p:cNvPr>
          <p:cNvSpPr>
            <a:spLocks noGrp="1"/>
          </p:cNvSpPr>
          <p:nvPr>
            <p:ph type="title"/>
          </p:nvPr>
        </p:nvSpPr>
        <p:spPr>
          <a:xfrm>
            <a:off x="6095999" y="1510439"/>
            <a:ext cx="5844989" cy="1688906"/>
          </a:xfrm>
        </p:spPr>
        <p:txBody>
          <a:bodyPr/>
          <a:lstStyle/>
          <a:p>
            <a:r>
              <a:rPr lang="en-US" sz="3500">
                <a:latin typeface="Posterama Text Black (Headings)"/>
              </a:rPr>
              <a:t>4. KẾT LUẬN VÀ PHÁT TRIỂN</a:t>
            </a:r>
            <a:endParaRPr lang="en-US" sz="3500" dirty="0">
              <a:latin typeface="Posterama Text Black (Headings)"/>
            </a:endParaRPr>
          </a:p>
        </p:txBody>
      </p:sp>
      <p:sp>
        <p:nvSpPr>
          <p:cNvPr id="11" name="Text Placeholder 10">
            <a:extLst>
              <a:ext uri="{FF2B5EF4-FFF2-40B4-BE49-F238E27FC236}">
                <a16:creationId xmlns:a16="http://schemas.microsoft.com/office/drawing/2014/main" id="{D0A81097-74C5-5174-C976-6886B7492C22}"/>
              </a:ext>
            </a:extLst>
          </p:cNvPr>
          <p:cNvSpPr>
            <a:spLocks noGrp="1"/>
          </p:cNvSpPr>
          <p:nvPr>
            <p:ph type="body" sz="quarter" idx="29"/>
          </p:nvPr>
        </p:nvSpPr>
        <p:spPr>
          <a:xfrm>
            <a:off x="6320116" y="3294529"/>
            <a:ext cx="5620872" cy="1637961"/>
          </a:xfrm>
        </p:spPr>
        <p:txBody>
          <a:bodyPr/>
          <a:lstStyle/>
          <a:p>
            <a:pPr lvl="0">
              <a:lnSpc>
                <a:spcPct val="150000"/>
              </a:lnSpc>
              <a:spcBef>
                <a:spcPts val="1200"/>
              </a:spcBef>
              <a:spcAft>
                <a:spcPts val="300"/>
              </a:spcAft>
            </a:pPr>
            <a:r>
              <a:rPr lang="en-US" sz="1800" b="1">
                <a:effectLst/>
                <a:latin typeface="Posterama Text Black (Headings)"/>
                <a:cs typeface="Arial" panose="020B0604020202020204" pitchFamily="34" charset="0"/>
              </a:rPr>
              <a:t>Kết quả đạt được, nhược điểm, hướng phát triển.</a:t>
            </a:r>
          </a:p>
        </p:txBody>
      </p:sp>
      <p:sp>
        <p:nvSpPr>
          <p:cNvPr id="5" name="Slide Number Placeholder 4">
            <a:extLst>
              <a:ext uri="{FF2B5EF4-FFF2-40B4-BE49-F238E27FC236}">
                <a16:creationId xmlns:a16="http://schemas.microsoft.com/office/drawing/2014/main" id="{4EFEFBC4-6010-CB6F-95AC-F1771A2DC5B5}"/>
              </a:ext>
            </a:extLst>
          </p:cNvPr>
          <p:cNvSpPr>
            <a:spLocks noGrp="1"/>
          </p:cNvSpPr>
          <p:nvPr>
            <p:ph type="sldNum" sz="quarter" idx="31"/>
          </p:nvPr>
        </p:nvSpPr>
        <p:spPr/>
        <p:txBody>
          <a:bodyPr/>
          <a:lstStyle/>
          <a:p>
            <a:fld id="{47FEACEE-25B4-4A2D-B147-27296E36371D}" type="slidenum">
              <a:rPr lang="en-US" altLang="zh-CN" noProof="0" smtClean="0"/>
              <a:pPr/>
              <a:t>19</a:t>
            </a:fld>
            <a:endParaRPr lang="en-US" altLang="zh-CN" noProof="0" dirty="0"/>
          </a:p>
        </p:txBody>
      </p:sp>
      <p:sp>
        <p:nvSpPr>
          <p:cNvPr id="2" name="Footer Placeholder 3">
            <a:extLst>
              <a:ext uri="{FF2B5EF4-FFF2-40B4-BE49-F238E27FC236}">
                <a16:creationId xmlns:a16="http://schemas.microsoft.com/office/drawing/2014/main" id="{1CE3FF50-1413-E16D-54FF-183B4B441149}"/>
              </a:ext>
            </a:extLst>
          </p:cNvPr>
          <p:cNvSpPr txBox="1">
            <a:spLocks/>
          </p:cNvSpPr>
          <p:nvPr/>
        </p:nvSpPr>
        <p:spPr>
          <a:xfrm>
            <a:off x="403950"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5826951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22D0C-9E73-2BA4-9259-B6BF9CF4E997}"/>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813E9E6-7248-2C7A-0844-556767879334}"/>
              </a:ext>
            </a:extLst>
          </p:cNvPr>
          <p:cNvSpPr>
            <a:spLocks noGrp="1"/>
          </p:cNvSpPr>
          <p:nvPr>
            <p:ph type="sldNum" sz="quarter" idx="29"/>
          </p:nvPr>
        </p:nvSpPr>
        <p:spPr/>
        <p:txBody>
          <a:bodyPr/>
          <a:lstStyle/>
          <a:p>
            <a:fld id="{47FEACEE-25B4-4A2D-B147-27296E36371D}" type="slidenum">
              <a:rPr lang="en-US" altLang="zh-CN" smtClean="0"/>
              <a:pPr/>
              <a:t>20</a:t>
            </a:fld>
            <a:endParaRPr lang="en-US" altLang="zh-CN" dirty="0"/>
          </a:p>
        </p:txBody>
      </p:sp>
      <p:sp>
        <p:nvSpPr>
          <p:cNvPr id="6" name="Title 5">
            <a:extLst>
              <a:ext uri="{FF2B5EF4-FFF2-40B4-BE49-F238E27FC236}">
                <a16:creationId xmlns:a16="http://schemas.microsoft.com/office/drawing/2014/main" id="{860AA379-73FD-77CE-B490-B4687810966F}"/>
              </a:ext>
            </a:extLst>
          </p:cNvPr>
          <p:cNvSpPr>
            <a:spLocks noGrp="1"/>
          </p:cNvSpPr>
          <p:nvPr>
            <p:ph type="title"/>
          </p:nvPr>
        </p:nvSpPr>
        <p:spPr>
          <a:xfrm>
            <a:off x="403950" y="210830"/>
            <a:ext cx="4966448" cy="694605"/>
          </a:xfrm>
        </p:spPr>
        <p:txBody>
          <a:bodyPr/>
          <a:lstStyle/>
          <a:p>
            <a:r>
              <a:rPr lang="en-US" sz="2000">
                <a:latin typeface="Posterama Text Black (Headings)"/>
              </a:rPr>
              <a:t>4. KẾT LUẬN VÀ PHÁT TRIỂN</a:t>
            </a:r>
            <a:endParaRPr lang="en-US" sz="2000" dirty="0">
              <a:latin typeface="Posterama Text Black (Headings)"/>
            </a:endParaRPr>
          </a:p>
        </p:txBody>
      </p:sp>
      <p:sp>
        <p:nvSpPr>
          <p:cNvPr id="9" name="TextBox 8">
            <a:extLst>
              <a:ext uri="{FF2B5EF4-FFF2-40B4-BE49-F238E27FC236}">
                <a16:creationId xmlns:a16="http://schemas.microsoft.com/office/drawing/2014/main" id="{3CE6766E-3E37-B480-CEF2-F8B0AB8C710A}"/>
              </a:ext>
            </a:extLst>
          </p:cNvPr>
          <p:cNvSpPr txBox="1"/>
          <p:nvPr/>
        </p:nvSpPr>
        <p:spPr>
          <a:xfrm>
            <a:off x="636494" y="818596"/>
            <a:ext cx="5459506" cy="789960"/>
          </a:xfrm>
          <a:prstGeom prst="rect">
            <a:avLst/>
          </a:prstGeom>
          <a:noFill/>
        </p:spPr>
        <p:txBody>
          <a:bodyPr wrap="square">
            <a:spAutoFit/>
          </a:bodyPr>
          <a:lstStyle/>
          <a:p>
            <a:pPr>
              <a:lnSpc>
                <a:spcPct val="150000"/>
              </a:lnSpc>
            </a:pPr>
            <a:r>
              <a:rPr lang="vi-VN" sz="1600" b="1">
                <a:latin typeface="Roboto" panose="02000000000000000000" pitchFamily="2" charset="0"/>
                <a:ea typeface="Roboto" panose="02000000000000000000" pitchFamily="2" charset="0"/>
              </a:rPr>
              <a:t>4.1. Kết quả đạt được</a:t>
            </a:r>
            <a:endParaRPr lang="en-US" sz="1600" b="1">
              <a:latin typeface="Roboto" panose="02000000000000000000" pitchFamily="2" charset="0"/>
              <a:ea typeface="Roboto" panose="02000000000000000000" pitchFamily="2" charset="0"/>
            </a:endParaRPr>
          </a:p>
          <a:p>
            <a:pPr>
              <a:lnSpc>
                <a:spcPct val="150000"/>
              </a:lnSpc>
            </a:pPr>
            <a:endParaRPr lang="vi-VN" sz="1600" b="1">
              <a:latin typeface="Roboto" panose="02000000000000000000" pitchFamily="2" charset="0"/>
              <a:ea typeface="Roboto" panose="02000000000000000000" pitchFamily="2" charset="0"/>
            </a:endParaRPr>
          </a:p>
        </p:txBody>
      </p:sp>
      <p:pic>
        <p:nvPicPr>
          <p:cNvPr id="7" name="Picture 6">
            <a:extLst>
              <a:ext uri="{FF2B5EF4-FFF2-40B4-BE49-F238E27FC236}">
                <a16:creationId xmlns:a16="http://schemas.microsoft.com/office/drawing/2014/main" id="{AD92EA5F-D31D-04EC-FD6B-6D3F9074BCC0}"/>
              </a:ext>
            </a:extLst>
          </p:cNvPr>
          <p:cNvPicPr>
            <a:picLocks noChangeAspect="1"/>
          </p:cNvPicPr>
          <p:nvPr/>
        </p:nvPicPr>
        <p:blipFill>
          <a:blip r:embed="rId2"/>
          <a:stretch>
            <a:fillRect/>
          </a:stretch>
        </p:blipFill>
        <p:spPr>
          <a:xfrm>
            <a:off x="7422849" y="2995966"/>
            <a:ext cx="2079740" cy="2079740"/>
          </a:xfrm>
          <a:prstGeom prst="rect">
            <a:avLst/>
          </a:prstGeom>
        </p:spPr>
      </p:pic>
      <p:pic>
        <p:nvPicPr>
          <p:cNvPr id="8" name="Picture Placeholder 7">
            <a:extLst>
              <a:ext uri="{FF2B5EF4-FFF2-40B4-BE49-F238E27FC236}">
                <a16:creationId xmlns:a16="http://schemas.microsoft.com/office/drawing/2014/main" id="{E7F69D36-1583-767E-FCAD-79F29B682683}"/>
              </a:ext>
            </a:extLst>
          </p:cNvPr>
          <p:cNvPicPr>
            <a:picLocks noChangeAspect="1"/>
          </p:cNvPicPr>
          <p:nvPr/>
        </p:nvPicPr>
        <p:blipFill>
          <a:blip r:embed="rId3"/>
          <a:srcRect t="6864" b="6864"/>
          <a:stretch>
            <a:fillRect/>
          </a:stretch>
        </p:blipFill>
        <p:spPr>
          <a:xfrm>
            <a:off x="8261562" y="679599"/>
            <a:ext cx="1800808" cy="2070936"/>
          </a:xfrm>
          <a:custGeom>
            <a:avLst/>
            <a:gdLst>
              <a:gd name="connsiteX0" fmla="*/ 0 w 4816475"/>
              <a:gd name="connsiteY0" fmla="*/ 2407444 h 4814888"/>
              <a:gd name="connsiteX1" fmla="*/ 1203722 w 4816475"/>
              <a:gd name="connsiteY1" fmla="*/ 1 h 4814888"/>
              <a:gd name="connsiteX2" fmla="*/ 3612753 w 4816475"/>
              <a:gd name="connsiteY2" fmla="*/ 1 h 4814888"/>
              <a:gd name="connsiteX3" fmla="*/ 4816475 w 4816475"/>
              <a:gd name="connsiteY3" fmla="*/ 2407444 h 4814888"/>
              <a:gd name="connsiteX4" fmla="*/ 3612753 w 4816475"/>
              <a:gd name="connsiteY4" fmla="*/ 4814887 h 4814888"/>
              <a:gd name="connsiteX5" fmla="*/ 1203722 w 4816475"/>
              <a:gd name="connsiteY5" fmla="*/ 4814887 h 4814888"/>
              <a:gd name="connsiteX6" fmla="*/ 0 w 4816475"/>
              <a:gd name="connsiteY6" fmla="*/ 2407444 h 4814888"/>
              <a:gd name="connsiteX0" fmla="*/ 0 w 4816475"/>
              <a:gd name="connsiteY0" fmla="*/ 2407443 h 4814886"/>
              <a:gd name="connsiteX1" fmla="*/ 2199402 w 4816475"/>
              <a:gd name="connsiteY1" fmla="*/ 243840 h 4814886"/>
              <a:gd name="connsiteX2" fmla="*/ 3612753 w 4816475"/>
              <a:gd name="connsiteY2" fmla="*/ 0 h 4814886"/>
              <a:gd name="connsiteX3" fmla="*/ 4816475 w 4816475"/>
              <a:gd name="connsiteY3" fmla="*/ 2407443 h 4814886"/>
              <a:gd name="connsiteX4" fmla="*/ 3612753 w 4816475"/>
              <a:gd name="connsiteY4" fmla="*/ 4814886 h 4814886"/>
              <a:gd name="connsiteX5" fmla="*/ 1203722 w 4816475"/>
              <a:gd name="connsiteY5" fmla="*/ 4814886 h 4814886"/>
              <a:gd name="connsiteX6" fmla="*/ 0 w 4816475"/>
              <a:gd name="connsiteY6" fmla="*/ 2407443 h 4814886"/>
              <a:gd name="connsiteX0" fmla="*/ 0 w 4816475"/>
              <a:gd name="connsiteY0" fmla="*/ 2163603 h 4571046"/>
              <a:gd name="connsiteX1" fmla="*/ 2199402 w 4816475"/>
              <a:gd name="connsiteY1" fmla="*/ 0 h 4571046"/>
              <a:gd name="connsiteX2" fmla="*/ 4608433 w 4816475"/>
              <a:gd name="connsiteY2" fmla="*/ 721360 h 4571046"/>
              <a:gd name="connsiteX3" fmla="*/ 4816475 w 4816475"/>
              <a:gd name="connsiteY3" fmla="*/ 2163603 h 4571046"/>
              <a:gd name="connsiteX4" fmla="*/ 3612753 w 4816475"/>
              <a:gd name="connsiteY4" fmla="*/ 4571046 h 4571046"/>
              <a:gd name="connsiteX5" fmla="*/ 1203722 w 4816475"/>
              <a:gd name="connsiteY5" fmla="*/ 4571046 h 4571046"/>
              <a:gd name="connsiteX6" fmla="*/ 0 w 4816475"/>
              <a:gd name="connsiteY6" fmla="*/ 2163603 h 4571046"/>
              <a:gd name="connsiteX0" fmla="*/ 0 w 4958715"/>
              <a:gd name="connsiteY0" fmla="*/ 2163603 h 4571046"/>
              <a:gd name="connsiteX1" fmla="*/ 2199402 w 4958715"/>
              <a:gd name="connsiteY1" fmla="*/ 0 h 4571046"/>
              <a:gd name="connsiteX2" fmla="*/ 4608433 w 4958715"/>
              <a:gd name="connsiteY2" fmla="*/ 721360 h 4571046"/>
              <a:gd name="connsiteX3" fmla="*/ 4958715 w 4958715"/>
              <a:gd name="connsiteY3" fmla="*/ 2803683 h 4571046"/>
              <a:gd name="connsiteX4" fmla="*/ 3612753 w 4958715"/>
              <a:gd name="connsiteY4" fmla="*/ 4571046 h 4571046"/>
              <a:gd name="connsiteX5" fmla="*/ 1203722 w 4958715"/>
              <a:gd name="connsiteY5" fmla="*/ 4571046 h 4571046"/>
              <a:gd name="connsiteX6" fmla="*/ 0 w 4958715"/>
              <a:gd name="connsiteY6" fmla="*/ 2163603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1161050 w 4916043"/>
              <a:gd name="connsiteY5" fmla="*/ 4571046 h 4571046"/>
              <a:gd name="connsiteX6" fmla="*/ 0 w 4916043"/>
              <a:gd name="connsiteY6" fmla="*/ 1273587 h 4571046"/>
              <a:gd name="connsiteX0" fmla="*/ 0 w 4916043"/>
              <a:gd name="connsiteY0" fmla="*/ 1273587 h 4571046"/>
              <a:gd name="connsiteX1" fmla="*/ 2156730 w 4916043"/>
              <a:gd name="connsiteY1" fmla="*/ 0 h 4571046"/>
              <a:gd name="connsiteX2" fmla="*/ 4565761 w 4916043"/>
              <a:gd name="connsiteY2" fmla="*/ 721360 h 4571046"/>
              <a:gd name="connsiteX3" fmla="*/ 4916043 w 4916043"/>
              <a:gd name="connsiteY3" fmla="*/ 2803683 h 4571046"/>
              <a:gd name="connsiteX4" fmla="*/ 3570081 w 4916043"/>
              <a:gd name="connsiteY4" fmla="*/ 4571046 h 4571046"/>
              <a:gd name="connsiteX5" fmla="*/ 21098 w 4916043"/>
              <a:gd name="connsiteY5" fmla="*/ 3815142 h 4571046"/>
              <a:gd name="connsiteX6" fmla="*/ 0 w 4916043"/>
              <a:gd name="connsiteY6" fmla="*/ 1273587 h 4571046"/>
              <a:gd name="connsiteX0" fmla="*/ 0 w 4916043"/>
              <a:gd name="connsiteY0" fmla="*/ 1273587 h 5066346"/>
              <a:gd name="connsiteX1" fmla="*/ 2156730 w 4916043"/>
              <a:gd name="connsiteY1" fmla="*/ 0 h 5066346"/>
              <a:gd name="connsiteX2" fmla="*/ 4565761 w 4916043"/>
              <a:gd name="connsiteY2" fmla="*/ 721360 h 5066346"/>
              <a:gd name="connsiteX3" fmla="*/ 4916043 w 4916043"/>
              <a:gd name="connsiteY3" fmla="*/ 2803683 h 5066346"/>
              <a:gd name="connsiteX4" fmla="*/ 2236581 w 4916043"/>
              <a:gd name="connsiteY4" fmla="*/ 5066346 h 5066346"/>
              <a:gd name="connsiteX5" fmla="*/ 21098 w 4916043"/>
              <a:gd name="connsiteY5" fmla="*/ 3815142 h 5066346"/>
              <a:gd name="connsiteX6" fmla="*/ 0 w 4916043"/>
              <a:gd name="connsiteY6" fmla="*/ 1273587 h 5066346"/>
              <a:gd name="connsiteX0" fmla="*/ 0 w 4565761"/>
              <a:gd name="connsiteY0" fmla="*/ 1273587 h 5066346"/>
              <a:gd name="connsiteX1" fmla="*/ 2156730 w 4565761"/>
              <a:gd name="connsiteY1" fmla="*/ 0 h 5066346"/>
              <a:gd name="connsiteX2" fmla="*/ 4565761 w 4565761"/>
              <a:gd name="connsiteY2" fmla="*/ 721360 h 5066346"/>
              <a:gd name="connsiteX3" fmla="*/ 4405503 w 4565761"/>
              <a:gd name="connsiteY3" fmla="*/ 3801903 h 5066346"/>
              <a:gd name="connsiteX4" fmla="*/ 2236581 w 4565761"/>
              <a:gd name="connsiteY4" fmla="*/ 5066346 h 5066346"/>
              <a:gd name="connsiteX5" fmla="*/ 21098 w 4565761"/>
              <a:gd name="connsiteY5" fmla="*/ 3815142 h 5066346"/>
              <a:gd name="connsiteX6" fmla="*/ 0 w 4565761"/>
              <a:gd name="connsiteY6" fmla="*/ 1273587 h 5066346"/>
              <a:gd name="connsiteX0" fmla="*/ 0 w 4405503"/>
              <a:gd name="connsiteY0" fmla="*/ 1273587 h 5066346"/>
              <a:gd name="connsiteX1" fmla="*/ 2156730 w 4405503"/>
              <a:gd name="connsiteY1" fmla="*/ 0 h 5066346"/>
              <a:gd name="connsiteX2" fmla="*/ 4398121 w 4405503"/>
              <a:gd name="connsiteY2" fmla="*/ 1277620 h 5066346"/>
              <a:gd name="connsiteX3" fmla="*/ 4405503 w 4405503"/>
              <a:gd name="connsiteY3" fmla="*/ 3801903 h 5066346"/>
              <a:gd name="connsiteX4" fmla="*/ 2236581 w 4405503"/>
              <a:gd name="connsiteY4" fmla="*/ 5066346 h 5066346"/>
              <a:gd name="connsiteX5" fmla="*/ 21098 w 4405503"/>
              <a:gd name="connsiteY5" fmla="*/ 3815142 h 5066346"/>
              <a:gd name="connsiteX6" fmla="*/ 0 w 4405503"/>
              <a:gd name="connsiteY6" fmla="*/ 1273587 h 5066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05503" h="5066346">
                <a:moveTo>
                  <a:pt x="0" y="1273587"/>
                </a:moveTo>
                <a:lnTo>
                  <a:pt x="2156730" y="0"/>
                </a:lnTo>
                <a:lnTo>
                  <a:pt x="4398121" y="1277620"/>
                </a:lnTo>
                <a:cubicBezTo>
                  <a:pt x="4400582" y="2119048"/>
                  <a:pt x="4403042" y="2960475"/>
                  <a:pt x="4405503" y="3801903"/>
                </a:cubicBezTo>
                <a:lnTo>
                  <a:pt x="2236581" y="5066346"/>
                </a:lnTo>
                <a:lnTo>
                  <a:pt x="21098" y="3815142"/>
                </a:lnTo>
                <a:lnTo>
                  <a:pt x="0" y="1273587"/>
                </a:lnTo>
                <a:close/>
              </a:path>
            </a:pathLst>
          </a:custGeom>
        </p:spPr>
      </p:pic>
      <p:sp>
        <p:nvSpPr>
          <p:cNvPr id="4" name="Rectangle 3">
            <a:extLst>
              <a:ext uri="{FF2B5EF4-FFF2-40B4-BE49-F238E27FC236}">
                <a16:creationId xmlns:a16="http://schemas.microsoft.com/office/drawing/2014/main" id="{8BAB827E-976D-39AD-4C03-FFAAFF9E8760}"/>
              </a:ext>
            </a:extLst>
          </p:cNvPr>
          <p:cNvSpPr>
            <a:spLocks noChangeArrowheads="1"/>
          </p:cNvSpPr>
          <p:nvPr/>
        </p:nvSpPr>
        <p:spPr bwMode="auto">
          <a:xfrm>
            <a:off x="730826" y="1320038"/>
            <a:ext cx="6544241" cy="4483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R="0" lvl="0" algn="l" defTabSz="914400" rtl="0" eaLnBrk="0" fontAlgn="base" latinLnBrk="0" hangingPunct="0">
              <a:lnSpc>
                <a:spcPct val="150000"/>
              </a:lnSpc>
              <a:spcBef>
                <a:spcPct val="0"/>
              </a:spcBef>
              <a:spcAft>
                <a:spcPct val="0"/>
              </a:spcAft>
              <a:buClrTx/>
              <a:buSzTx/>
              <a:tabLst/>
            </a:pPr>
            <a:r>
              <a:rPr kumimoji="0" lang="en-US" altLang="en-US" sz="1600" b="1" i="0" u="none" strike="noStrike" cap="none" normalizeH="0" baseline="0">
                <a:ln>
                  <a:noFill/>
                </a:ln>
                <a:solidFill>
                  <a:schemeClr val="tx1"/>
                </a:solidFill>
                <a:effectLst/>
                <a:latin typeface="Roboto" panose="02000000000000000000" pitchFamily="2" charset="0"/>
                <a:ea typeface="Roboto" panose="02000000000000000000" pitchFamily="2" charset="0"/>
              </a:rPr>
              <a:t>Website hoàn chỉnh:</a:t>
            </a:r>
            <a:r>
              <a:rPr kumimoji="0" lang="en-US" altLang="en-US" sz="1600" b="0" i="0" u="none" strike="noStrike" cap="none" normalizeH="0" baseline="0">
                <a:ln>
                  <a:noFill/>
                </a:ln>
                <a:solidFill>
                  <a:schemeClr val="tx1"/>
                </a:solidFill>
                <a:effectLst/>
                <a:latin typeface="Roboto" panose="02000000000000000000" pitchFamily="2" charset="0"/>
                <a:ea typeface="Roboto" panose="02000000000000000000" pitchFamily="2" charset="0"/>
              </a:rPr>
              <a:t> Xây dựng thành công website bán giày với giao diện hiện đại, thân thiện, hỗ trợ tốt trên cả desktop và mobile.</a:t>
            </a:r>
          </a:p>
          <a:p>
            <a:pPr marR="0" lvl="0" algn="l" defTabSz="914400" rtl="0" eaLnBrk="0" fontAlgn="base" latinLnBrk="0" hangingPunct="0">
              <a:lnSpc>
                <a:spcPct val="150000"/>
              </a:lnSpc>
              <a:spcBef>
                <a:spcPct val="0"/>
              </a:spcBef>
              <a:spcAft>
                <a:spcPct val="0"/>
              </a:spcAft>
              <a:buClrTx/>
              <a:buSzTx/>
              <a:tabLst/>
            </a:pPr>
            <a:r>
              <a:rPr kumimoji="0" lang="en-US" altLang="en-US" sz="1600" b="1" i="0" u="none" strike="noStrike" cap="none" normalizeH="0" baseline="0">
                <a:ln>
                  <a:noFill/>
                </a:ln>
                <a:solidFill>
                  <a:schemeClr val="tx1"/>
                </a:solidFill>
                <a:effectLst/>
                <a:latin typeface="Roboto" panose="02000000000000000000" pitchFamily="2" charset="0"/>
                <a:ea typeface="Roboto" panose="02000000000000000000" pitchFamily="2" charset="0"/>
              </a:rPr>
              <a:t>Tính năng cơ bản:</a:t>
            </a:r>
            <a:endParaRPr kumimoji="0" lang="en-US" altLang="en-US" sz="1600" b="0" i="0" u="none" strike="noStrike" cap="none" normalizeH="0" baseline="0">
              <a:ln>
                <a:noFill/>
              </a:ln>
              <a:solidFill>
                <a:schemeClr val="tx1"/>
              </a:solidFill>
              <a:effectLst/>
              <a:latin typeface="Roboto" panose="02000000000000000000" pitchFamily="2" charset="0"/>
              <a:ea typeface="Roboto" panose="02000000000000000000" pitchFamily="2" charset="0"/>
            </a:endParaRP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a:ln>
                  <a:noFill/>
                </a:ln>
                <a:solidFill>
                  <a:schemeClr val="tx1"/>
                </a:solidFill>
                <a:effectLst/>
                <a:latin typeface="Roboto" panose="02000000000000000000" pitchFamily="2" charset="0"/>
                <a:ea typeface="Roboto" panose="02000000000000000000" pitchFamily="2" charset="0"/>
              </a:rPr>
              <a:t>Quản lý sản phẩm: Hiển thị, tìm kiếm, lọc giày theo danh mục, giá, kích thước.</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a:ln>
                  <a:noFill/>
                </a:ln>
                <a:solidFill>
                  <a:schemeClr val="tx1"/>
                </a:solidFill>
                <a:effectLst/>
                <a:latin typeface="Roboto" panose="02000000000000000000" pitchFamily="2" charset="0"/>
                <a:ea typeface="Roboto" panose="02000000000000000000" pitchFamily="2" charset="0"/>
              </a:rPr>
              <a:t>Giỏ hàng: Thêm/xóa sản phẩm, tính tổng chi phí.</a:t>
            </a:r>
          </a:p>
          <a:p>
            <a:pPr marL="285750" marR="0" lvl="0" indent="-28575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a:ln>
                  <a:noFill/>
                </a:ln>
                <a:solidFill>
                  <a:schemeClr val="tx1"/>
                </a:solidFill>
                <a:effectLst/>
                <a:latin typeface="Roboto" panose="02000000000000000000" pitchFamily="2" charset="0"/>
                <a:ea typeface="Roboto" panose="02000000000000000000" pitchFamily="2" charset="0"/>
              </a:rPr>
              <a:t>Đặt hàng: Hỗ trợ đăng nhập, thanh toán và theo dõi trạng thái đơn hàng.</a:t>
            </a:r>
          </a:p>
          <a:p>
            <a:pPr marR="0" lvl="0" algn="l" defTabSz="914400" rtl="0" eaLnBrk="0" fontAlgn="base" latinLnBrk="0" hangingPunct="0">
              <a:lnSpc>
                <a:spcPct val="150000"/>
              </a:lnSpc>
              <a:spcBef>
                <a:spcPct val="0"/>
              </a:spcBef>
              <a:spcAft>
                <a:spcPct val="0"/>
              </a:spcAft>
              <a:buClrTx/>
              <a:buSzTx/>
              <a:tabLst/>
            </a:pPr>
            <a:r>
              <a:rPr kumimoji="0" lang="en-US" altLang="en-US" sz="1600" b="1" i="0" u="none" strike="noStrike" cap="none" normalizeH="0" baseline="0">
                <a:ln>
                  <a:noFill/>
                </a:ln>
                <a:solidFill>
                  <a:schemeClr val="tx1"/>
                </a:solidFill>
                <a:effectLst/>
                <a:latin typeface="Roboto" panose="02000000000000000000" pitchFamily="2" charset="0"/>
                <a:ea typeface="Roboto" panose="02000000000000000000" pitchFamily="2" charset="0"/>
              </a:rPr>
              <a:t>Hiệu năng tốt:</a:t>
            </a:r>
            <a:r>
              <a:rPr kumimoji="0" lang="en-US" altLang="en-US" sz="1600" b="0" i="0" u="none" strike="noStrike" cap="none" normalizeH="0" baseline="0">
                <a:ln>
                  <a:noFill/>
                </a:ln>
                <a:solidFill>
                  <a:schemeClr val="tx1"/>
                </a:solidFill>
                <a:effectLst/>
                <a:latin typeface="Roboto" panose="02000000000000000000" pitchFamily="2" charset="0"/>
                <a:ea typeface="Roboto" panose="02000000000000000000" pitchFamily="2" charset="0"/>
              </a:rPr>
              <a:t> Ứng dụng ReactJS, Node.js và MySQL mang lại trải nghiệm nhanh, mượt mà.</a:t>
            </a:r>
          </a:p>
          <a:p>
            <a:pPr marR="0" lvl="0" algn="l" defTabSz="914400" rtl="0" eaLnBrk="0" fontAlgn="base" latinLnBrk="0" hangingPunct="0">
              <a:lnSpc>
                <a:spcPct val="150000"/>
              </a:lnSpc>
              <a:spcBef>
                <a:spcPct val="0"/>
              </a:spcBef>
              <a:spcAft>
                <a:spcPct val="0"/>
              </a:spcAft>
              <a:buClrTx/>
              <a:buSzTx/>
              <a:tabLst/>
            </a:pPr>
            <a:r>
              <a:rPr kumimoji="0" lang="en-US" altLang="en-US" sz="1600" b="1" i="0" u="none" strike="noStrike" cap="none" normalizeH="0" baseline="0">
                <a:ln>
                  <a:noFill/>
                </a:ln>
                <a:solidFill>
                  <a:schemeClr val="tx1"/>
                </a:solidFill>
                <a:effectLst/>
                <a:latin typeface="Roboto" panose="02000000000000000000" pitchFamily="2" charset="0"/>
                <a:ea typeface="Roboto" panose="02000000000000000000" pitchFamily="2" charset="0"/>
              </a:rPr>
              <a:t>Bảo mật:</a:t>
            </a:r>
            <a:r>
              <a:rPr kumimoji="0" lang="en-US" altLang="en-US" sz="1600" b="0" i="0" u="none" strike="noStrike" cap="none" normalizeH="0" baseline="0">
                <a:ln>
                  <a:noFill/>
                </a:ln>
                <a:solidFill>
                  <a:schemeClr val="tx1"/>
                </a:solidFill>
                <a:effectLst/>
                <a:latin typeface="Roboto" panose="02000000000000000000" pitchFamily="2" charset="0"/>
                <a:ea typeface="Roboto" panose="02000000000000000000" pitchFamily="2" charset="0"/>
              </a:rPr>
              <a:t> Sử dụng JWT để bảo vệ dữ liệu người dùng và đảm bảo giao dịch an toàn. </a:t>
            </a:r>
          </a:p>
        </p:txBody>
      </p:sp>
      <p:sp>
        <p:nvSpPr>
          <p:cNvPr id="11" name="Footer Placeholder 3">
            <a:extLst>
              <a:ext uri="{FF2B5EF4-FFF2-40B4-BE49-F238E27FC236}">
                <a16:creationId xmlns:a16="http://schemas.microsoft.com/office/drawing/2014/main" id="{BED4826A-617D-4357-B405-FD9B4DE754FC}"/>
              </a:ext>
            </a:extLst>
          </p:cNvPr>
          <p:cNvSpPr txBox="1">
            <a:spLocks/>
          </p:cNvSpPr>
          <p:nvPr/>
        </p:nvSpPr>
        <p:spPr>
          <a:xfrm>
            <a:off x="403950"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24690725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5AEFA-8D8F-018E-F6DC-8899C9EB8842}"/>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F730267B-A84C-ADC6-0232-09423763E00E}"/>
              </a:ext>
            </a:extLst>
          </p:cNvPr>
          <p:cNvSpPr>
            <a:spLocks noGrp="1"/>
          </p:cNvSpPr>
          <p:nvPr>
            <p:ph type="sldNum" sz="quarter" idx="29"/>
          </p:nvPr>
        </p:nvSpPr>
        <p:spPr/>
        <p:txBody>
          <a:bodyPr/>
          <a:lstStyle/>
          <a:p>
            <a:fld id="{47FEACEE-25B4-4A2D-B147-27296E36371D}" type="slidenum">
              <a:rPr lang="en-US" altLang="zh-CN" smtClean="0"/>
              <a:pPr/>
              <a:t>21</a:t>
            </a:fld>
            <a:endParaRPr lang="en-US" altLang="zh-CN" dirty="0"/>
          </a:p>
        </p:txBody>
      </p:sp>
      <p:sp>
        <p:nvSpPr>
          <p:cNvPr id="6" name="Title 5">
            <a:extLst>
              <a:ext uri="{FF2B5EF4-FFF2-40B4-BE49-F238E27FC236}">
                <a16:creationId xmlns:a16="http://schemas.microsoft.com/office/drawing/2014/main" id="{99A8313C-3987-DDA7-BA19-D5A565E4D77A}"/>
              </a:ext>
            </a:extLst>
          </p:cNvPr>
          <p:cNvSpPr>
            <a:spLocks noGrp="1"/>
          </p:cNvSpPr>
          <p:nvPr>
            <p:ph type="title"/>
          </p:nvPr>
        </p:nvSpPr>
        <p:spPr>
          <a:xfrm>
            <a:off x="403950" y="210830"/>
            <a:ext cx="4966448" cy="694605"/>
          </a:xfrm>
        </p:spPr>
        <p:txBody>
          <a:bodyPr/>
          <a:lstStyle/>
          <a:p>
            <a:r>
              <a:rPr lang="en-US" sz="2000">
                <a:latin typeface="Posterama Text Black (Headings)"/>
              </a:rPr>
              <a:t>4. KẾT LUẬN VÀ PHÁT TRIỂN</a:t>
            </a:r>
            <a:endParaRPr lang="en-US" sz="2000" dirty="0">
              <a:latin typeface="Posterama Text Black (Headings)"/>
            </a:endParaRPr>
          </a:p>
        </p:txBody>
      </p:sp>
      <p:sp>
        <p:nvSpPr>
          <p:cNvPr id="7" name="TextBox 6">
            <a:extLst>
              <a:ext uri="{FF2B5EF4-FFF2-40B4-BE49-F238E27FC236}">
                <a16:creationId xmlns:a16="http://schemas.microsoft.com/office/drawing/2014/main" id="{75EE4696-56DA-4236-A69E-051DE7FE6387}"/>
              </a:ext>
            </a:extLst>
          </p:cNvPr>
          <p:cNvSpPr txBox="1"/>
          <p:nvPr/>
        </p:nvSpPr>
        <p:spPr>
          <a:xfrm>
            <a:off x="519415" y="811646"/>
            <a:ext cx="6562164" cy="420628"/>
          </a:xfrm>
          <a:prstGeom prst="rect">
            <a:avLst/>
          </a:prstGeom>
          <a:noFill/>
        </p:spPr>
        <p:txBody>
          <a:bodyPr wrap="square">
            <a:spAutoFit/>
          </a:bodyPr>
          <a:lstStyle/>
          <a:p>
            <a:pPr>
              <a:lnSpc>
                <a:spcPct val="150000"/>
              </a:lnSpc>
            </a:pPr>
            <a:r>
              <a:rPr lang="vi-VN" sz="1600" b="1">
                <a:latin typeface="Roboto" panose="02000000000000000000" pitchFamily="2" charset="0"/>
                <a:ea typeface="Roboto" panose="02000000000000000000" pitchFamily="2" charset="0"/>
              </a:rPr>
              <a:t>4.2. </a:t>
            </a:r>
            <a:r>
              <a:rPr lang="en-US" sz="1600" b="1">
                <a:latin typeface="Roboto" panose="02000000000000000000" pitchFamily="2" charset="0"/>
                <a:ea typeface="Roboto" panose="02000000000000000000" pitchFamily="2" charset="0"/>
              </a:rPr>
              <a:t>N</a:t>
            </a:r>
            <a:r>
              <a:rPr lang="vi-VN" sz="1600" b="1">
                <a:latin typeface="Roboto" panose="02000000000000000000" pitchFamily="2" charset="0"/>
                <a:ea typeface="Roboto" panose="02000000000000000000" pitchFamily="2" charset="0"/>
              </a:rPr>
              <a:t>hược điểm</a:t>
            </a:r>
          </a:p>
        </p:txBody>
      </p:sp>
      <p:pic>
        <p:nvPicPr>
          <p:cNvPr id="16" name="Picture 15">
            <a:extLst>
              <a:ext uri="{FF2B5EF4-FFF2-40B4-BE49-F238E27FC236}">
                <a16:creationId xmlns:a16="http://schemas.microsoft.com/office/drawing/2014/main" id="{9EA6A796-6007-AF62-8ABA-17941F9D9111}"/>
              </a:ext>
            </a:extLst>
          </p:cNvPr>
          <p:cNvPicPr>
            <a:picLocks noChangeAspect="1"/>
          </p:cNvPicPr>
          <p:nvPr/>
        </p:nvPicPr>
        <p:blipFill>
          <a:blip r:embed="rId2"/>
          <a:stretch>
            <a:fillRect/>
          </a:stretch>
        </p:blipFill>
        <p:spPr>
          <a:xfrm>
            <a:off x="6785743" y="1418413"/>
            <a:ext cx="2677048" cy="2677048"/>
          </a:xfrm>
          <a:prstGeom prst="rect">
            <a:avLst/>
          </a:prstGeom>
        </p:spPr>
      </p:pic>
      <p:sp>
        <p:nvSpPr>
          <p:cNvPr id="2" name="Footer Placeholder 3">
            <a:extLst>
              <a:ext uri="{FF2B5EF4-FFF2-40B4-BE49-F238E27FC236}">
                <a16:creationId xmlns:a16="http://schemas.microsoft.com/office/drawing/2014/main" id="{3AB71C84-6138-5019-E033-7A94E7E08766}"/>
              </a:ext>
            </a:extLst>
          </p:cNvPr>
          <p:cNvSpPr txBox="1">
            <a:spLocks/>
          </p:cNvSpPr>
          <p:nvPr/>
        </p:nvSpPr>
        <p:spPr>
          <a:xfrm>
            <a:off x="403950"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sp>
        <p:nvSpPr>
          <p:cNvPr id="11" name="TextBox 10">
            <a:extLst>
              <a:ext uri="{FF2B5EF4-FFF2-40B4-BE49-F238E27FC236}">
                <a16:creationId xmlns:a16="http://schemas.microsoft.com/office/drawing/2014/main" id="{C3D7FD4D-34BF-B96A-F830-371DB3FBD7B8}"/>
              </a:ext>
            </a:extLst>
          </p:cNvPr>
          <p:cNvSpPr txBox="1"/>
          <p:nvPr/>
        </p:nvSpPr>
        <p:spPr>
          <a:xfrm>
            <a:off x="591132" y="1254493"/>
            <a:ext cx="5845527" cy="300595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Hạn chế trong tìm kiếm nâng cao:</a:t>
            </a:r>
            <a:r>
              <a:rPr lang="vi-VN" sz="1600">
                <a:latin typeface="Roboto" panose="02000000000000000000" pitchFamily="2" charset="0"/>
                <a:ea typeface="Roboto" panose="02000000000000000000" pitchFamily="2" charset="0"/>
              </a:rPr>
              <a:t> Tìm kiếm chưa tối ưu hóa với dữ liệu lớn, chưa hỗ trợ đề xuất thông minh.</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Quản lý thời gian thực:</a:t>
            </a:r>
            <a:r>
              <a:rPr lang="vi-VN" sz="1600">
                <a:latin typeface="Roboto" panose="02000000000000000000" pitchFamily="2" charset="0"/>
                <a:ea typeface="Roboto" panose="02000000000000000000" pitchFamily="2" charset="0"/>
              </a:rPr>
              <a:t> Thông báo trạng thái đơn hàng chưa được cập nhật tự động.</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Tính năng thanh toán:</a:t>
            </a:r>
            <a:r>
              <a:rPr lang="vi-VN" sz="1600">
                <a:latin typeface="Roboto" panose="02000000000000000000" pitchFamily="2" charset="0"/>
                <a:ea typeface="Roboto" panose="02000000000000000000" pitchFamily="2" charset="0"/>
              </a:rPr>
              <a:t> Chưa tích hợp cổng thanh toán trực tuyến hoàn chỉnh.</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Khả năng mở rộng:</a:t>
            </a:r>
            <a:r>
              <a:rPr lang="vi-VN" sz="1600">
                <a:latin typeface="Roboto" panose="02000000000000000000" pitchFamily="2" charset="0"/>
                <a:ea typeface="Roboto" panose="02000000000000000000" pitchFamily="2" charset="0"/>
              </a:rPr>
              <a:t> Cần tối ưu thêm để hỗ trợ lượng lớn người dùng đồng thời.</a:t>
            </a:r>
          </a:p>
        </p:txBody>
      </p:sp>
      <p:pic>
        <p:nvPicPr>
          <p:cNvPr id="12" name="Picture 11">
            <a:extLst>
              <a:ext uri="{FF2B5EF4-FFF2-40B4-BE49-F238E27FC236}">
                <a16:creationId xmlns:a16="http://schemas.microsoft.com/office/drawing/2014/main" id="{E7FBCEA6-85BD-C592-F6B4-B98FE2FD17FB}"/>
              </a:ext>
            </a:extLst>
          </p:cNvPr>
          <p:cNvPicPr>
            <a:picLocks noChangeAspect="1"/>
          </p:cNvPicPr>
          <p:nvPr/>
        </p:nvPicPr>
        <p:blipFill>
          <a:blip r:embed="rId3"/>
          <a:stretch>
            <a:fillRect/>
          </a:stretch>
        </p:blipFill>
        <p:spPr>
          <a:xfrm>
            <a:off x="9078591" y="3548316"/>
            <a:ext cx="1466567" cy="1466567"/>
          </a:xfrm>
          <a:prstGeom prst="rect">
            <a:avLst/>
          </a:prstGeom>
        </p:spPr>
      </p:pic>
    </p:spTree>
    <p:extLst>
      <p:ext uri="{BB962C8B-B14F-4D97-AF65-F5344CB8AC3E}">
        <p14:creationId xmlns:p14="http://schemas.microsoft.com/office/powerpoint/2010/main" val="35687396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AA223-460E-9118-C4F6-9A6D91D160EE}"/>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9D10549-9F14-9041-9D58-B278F3FB1E56}"/>
              </a:ext>
            </a:extLst>
          </p:cNvPr>
          <p:cNvSpPr>
            <a:spLocks noGrp="1"/>
          </p:cNvSpPr>
          <p:nvPr>
            <p:ph type="sldNum" sz="quarter" idx="29"/>
          </p:nvPr>
        </p:nvSpPr>
        <p:spPr/>
        <p:txBody>
          <a:bodyPr/>
          <a:lstStyle/>
          <a:p>
            <a:fld id="{47FEACEE-25B4-4A2D-B147-27296E36371D}" type="slidenum">
              <a:rPr lang="en-US" altLang="zh-CN" smtClean="0"/>
              <a:pPr/>
              <a:t>22</a:t>
            </a:fld>
            <a:endParaRPr lang="en-US" altLang="zh-CN" dirty="0"/>
          </a:p>
        </p:txBody>
      </p:sp>
      <p:sp>
        <p:nvSpPr>
          <p:cNvPr id="6" name="Title 5">
            <a:extLst>
              <a:ext uri="{FF2B5EF4-FFF2-40B4-BE49-F238E27FC236}">
                <a16:creationId xmlns:a16="http://schemas.microsoft.com/office/drawing/2014/main" id="{9296A254-8E54-04B9-7301-95F348470923}"/>
              </a:ext>
            </a:extLst>
          </p:cNvPr>
          <p:cNvSpPr>
            <a:spLocks noGrp="1"/>
          </p:cNvSpPr>
          <p:nvPr>
            <p:ph type="title"/>
          </p:nvPr>
        </p:nvSpPr>
        <p:spPr>
          <a:xfrm>
            <a:off x="403950" y="210830"/>
            <a:ext cx="4966448" cy="694605"/>
          </a:xfrm>
        </p:spPr>
        <p:txBody>
          <a:bodyPr/>
          <a:lstStyle/>
          <a:p>
            <a:r>
              <a:rPr lang="en-US" sz="2000">
                <a:latin typeface="Posterama Text Black (Headings)"/>
              </a:rPr>
              <a:t>4. KẾT LUẬN VÀ PHÁT TRIỂN</a:t>
            </a:r>
            <a:endParaRPr lang="en-US" sz="2000" dirty="0">
              <a:latin typeface="Posterama Text Black (Headings)"/>
            </a:endParaRPr>
          </a:p>
        </p:txBody>
      </p:sp>
      <p:sp>
        <p:nvSpPr>
          <p:cNvPr id="3" name="TextBox 2">
            <a:extLst>
              <a:ext uri="{FF2B5EF4-FFF2-40B4-BE49-F238E27FC236}">
                <a16:creationId xmlns:a16="http://schemas.microsoft.com/office/drawing/2014/main" id="{F5F3B45E-1729-6812-E0C3-A713F20D1914}"/>
              </a:ext>
            </a:extLst>
          </p:cNvPr>
          <p:cNvSpPr txBox="1"/>
          <p:nvPr/>
        </p:nvSpPr>
        <p:spPr>
          <a:xfrm>
            <a:off x="699245" y="913448"/>
            <a:ext cx="6096000" cy="3005951"/>
          </a:xfrm>
          <a:prstGeom prst="rect">
            <a:avLst/>
          </a:prstGeom>
          <a:noFill/>
        </p:spPr>
        <p:txBody>
          <a:bodyPr wrap="square">
            <a:spAutoFit/>
          </a:bodyPr>
          <a:lstStyle/>
          <a:p>
            <a:pPr>
              <a:lnSpc>
                <a:spcPct val="150000"/>
              </a:lnSpc>
            </a:pPr>
            <a:r>
              <a:rPr lang="vi-VN" sz="1600" b="1">
                <a:latin typeface="Roboto" panose="02000000000000000000" pitchFamily="2" charset="0"/>
                <a:ea typeface="Roboto" panose="02000000000000000000" pitchFamily="2" charset="0"/>
              </a:rPr>
              <a:t>4.3. Hướng phát triển</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Tối ưu hóa di động</a:t>
            </a:r>
            <a:r>
              <a:rPr lang="vi-VN" sz="1600">
                <a:latin typeface="Roboto" panose="02000000000000000000" pitchFamily="2" charset="0"/>
                <a:ea typeface="Roboto" panose="02000000000000000000" pitchFamily="2" charset="0"/>
              </a:rPr>
              <a:t>: Cải thiện giao diện trên thiết bị di động.</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Hỗ trợ khách hàng trực tuyến</a:t>
            </a:r>
            <a:r>
              <a:rPr lang="vi-VN" sz="1600">
                <a:latin typeface="Roboto" panose="02000000000000000000" pitchFamily="2" charset="0"/>
                <a:ea typeface="Roboto" panose="02000000000000000000" pitchFamily="2" charset="0"/>
              </a:rPr>
              <a:t>: Tích hợp chatbot hoặc live chat.</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Mở rộng phương thức thanh toán và giao hàng</a:t>
            </a:r>
            <a:r>
              <a:rPr lang="vi-VN" sz="1600">
                <a:latin typeface="Roboto" panose="02000000000000000000" pitchFamily="2" charset="0"/>
                <a:ea typeface="Roboto" panose="02000000000000000000" pitchFamily="2" charset="0"/>
              </a:rPr>
              <a:t>: Hỗ trợ thanh toán quốc tế và giao hàng linh hoạt.</a:t>
            </a:r>
          </a:p>
          <a:p>
            <a:pPr marL="285750" indent="-285750">
              <a:lnSpc>
                <a:spcPct val="150000"/>
              </a:lnSpc>
              <a:buFont typeface="Arial" panose="020B0604020202020204" pitchFamily="34" charset="0"/>
              <a:buChar char="•"/>
            </a:pPr>
            <a:r>
              <a:rPr lang="vi-VN" sz="1600" b="1">
                <a:latin typeface="Roboto" panose="02000000000000000000" pitchFamily="2" charset="0"/>
                <a:ea typeface="Roboto" panose="02000000000000000000" pitchFamily="2" charset="0"/>
              </a:rPr>
              <a:t>Tích hợp AI và Machine Learning</a:t>
            </a:r>
            <a:r>
              <a:rPr lang="vi-VN" sz="1600">
                <a:latin typeface="Roboto" panose="02000000000000000000" pitchFamily="2" charset="0"/>
                <a:ea typeface="Roboto" panose="02000000000000000000" pitchFamily="2" charset="0"/>
              </a:rPr>
              <a:t>: Gợi ý sản phẩm và tối ưu hóa trải nghiệm mua sắm.</a:t>
            </a:r>
          </a:p>
        </p:txBody>
      </p:sp>
      <p:pic>
        <p:nvPicPr>
          <p:cNvPr id="11" name="Picture 10">
            <a:extLst>
              <a:ext uri="{FF2B5EF4-FFF2-40B4-BE49-F238E27FC236}">
                <a16:creationId xmlns:a16="http://schemas.microsoft.com/office/drawing/2014/main" id="{DB135D75-5F3E-D6B3-8278-F7EB2BA014E8}"/>
              </a:ext>
            </a:extLst>
          </p:cNvPr>
          <p:cNvPicPr>
            <a:picLocks noChangeAspect="1"/>
          </p:cNvPicPr>
          <p:nvPr/>
        </p:nvPicPr>
        <p:blipFill>
          <a:blip r:embed="rId2"/>
          <a:stretch>
            <a:fillRect/>
          </a:stretch>
        </p:blipFill>
        <p:spPr>
          <a:xfrm>
            <a:off x="8172932" y="3086010"/>
            <a:ext cx="1536550" cy="1536550"/>
          </a:xfrm>
          <a:prstGeom prst="rect">
            <a:avLst/>
          </a:prstGeom>
        </p:spPr>
      </p:pic>
      <p:pic>
        <p:nvPicPr>
          <p:cNvPr id="15" name="Picture 14">
            <a:extLst>
              <a:ext uri="{FF2B5EF4-FFF2-40B4-BE49-F238E27FC236}">
                <a16:creationId xmlns:a16="http://schemas.microsoft.com/office/drawing/2014/main" id="{22831144-D96B-6A2C-73F6-A5A8DCD81037}"/>
              </a:ext>
            </a:extLst>
          </p:cNvPr>
          <p:cNvPicPr>
            <a:picLocks noChangeAspect="1"/>
          </p:cNvPicPr>
          <p:nvPr/>
        </p:nvPicPr>
        <p:blipFill>
          <a:blip r:embed="rId3"/>
          <a:stretch>
            <a:fillRect/>
          </a:stretch>
        </p:blipFill>
        <p:spPr>
          <a:xfrm>
            <a:off x="6673870" y="531193"/>
            <a:ext cx="1954307" cy="1954307"/>
          </a:xfrm>
          <a:prstGeom prst="rect">
            <a:avLst/>
          </a:prstGeom>
        </p:spPr>
      </p:pic>
      <p:sp>
        <p:nvSpPr>
          <p:cNvPr id="2" name="Footer Placeholder 3">
            <a:extLst>
              <a:ext uri="{FF2B5EF4-FFF2-40B4-BE49-F238E27FC236}">
                <a16:creationId xmlns:a16="http://schemas.microsoft.com/office/drawing/2014/main" id="{C41B77F5-44B5-8BCD-F4CF-D767DEE04649}"/>
              </a:ext>
            </a:extLst>
          </p:cNvPr>
          <p:cNvSpPr txBox="1">
            <a:spLocks/>
          </p:cNvSpPr>
          <p:nvPr/>
        </p:nvSpPr>
        <p:spPr>
          <a:xfrm>
            <a:off x="403950" y="6217920"/>
            <a:ext cx="4517675" cy="365125"/>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000" b="1">
                <a:effectLst/>
                <a:latin typeface="Roboto" panose="02000000000000000000" pitchFamily="2" charset="0"/>
                <a:ea typeface="Roboto" panose="02000000000000000000" pitchFamily="2" charset="0"/>
              </a:rPr>
              <a:t>XÂY DỰNG WEBSITE THƯƠNG MẠI ĐIỆN TỬ GIÀY THỜI TRANG NODE.JS</a:t>
            </a:r>
            <a:br>
              <a:rPr lang="vi-VN" sz="1000">
                <a:effectLst/>
                <a:latin typeface="Roboto" panose="02000000000000000000" pitchFamily="2" charset="0"/>
                <a:ea typeface="Roboto" panose="02000000000000000000" pitchFamily="2" charset="0"/>
              </a:rPr>
            </a:br>
            <a:endParaRPr lang="vi-VN" sz="1000" dirty="0">
              <a:latin typeface="Roboto" panose="02000000000000000000" pitchFamily="2" charset="0"/>
              <a:ea typeface="Roboto" panose="02000000000000000000" pitchFamily="2" charset="0"/>
            </a:endParaRPr>
          </a:p>
        </p:txBody>
      </p:sp>
      <p:pic>
        <p:nvPicPr>
          <p:cNvPr id="4" name="Picture 3">
            <a:extLst>
              <a:ext uri="{FF2B5EF4-FFF2-40B4-BE49-F238E27FC236}">
                <a16:creationId xmlns:a16="http://schemas.microsoft.com/office/drawing/2014/main" id="{C7E31C80-CD94-B7A8-1087-19BBD580570C}"/>
              </a:ext>
            </a:extLst>
          </p:cNvPr>
          <p:cNvPicPr>
            <a:picLocks noChangeAspect="1"/>
          </p:cNvPicPr>
          <p:nvPr/>
        </p:nvPicPr>
        <p:blipFill>
          <a:blip r:embed="rId4"/>
          <a:stretch>
            <a:fillRect/>
          </a:stretch>
        </p:blipFill>
        <p:spPr>
          <a:xfrm>
            <a:off x="9390717" y="609599"/>
            <a:ext cx="1954306" cy="1954306"/>
          </a:xfrm>
          <a:prstGeom prst="rect">
            <a:avLst/>
          </a:prstGeom>
        </p:spPr>
      </p:pic>
    </p:spTree>
    <p:extLst>
      <p:ext uri="{BB962C8B-B14F-4D97-AF65-F5344CB8AC3E}">
        <p14:creationId xmlns:p14="http://schemas.microsoft.com/office/powerpoint/2010/main" val="37435063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C4E6FA5A-94CB-9092-51F8-1199E87E1825}"/>
              </a:ext>
            </a:extLst>
          </p:cNvPr>
          <p:cNvSpPr>
            <a:spLocks noGrp="1"/>
          </p:cNvSpPr>
          <p:nvPr>
            <p:ph type="sldNum" sz="quarter" idx="12"/>
          </p:nvPr>
        </p:nvSpPr>
        <p:spPr/>
        <p:txBody>
          <a:bodyPr/>
          <a:lstStyle/>
          <a:p>
            <a:fld id="{D5F9BE7B-8C6A-4521-AC0D-F4FAD6600991}" type="slidenum">
              <a:rPr lang="en-US" smtClean="0"/>
              <a:t>23</a:t>
            </a:fld>
            <a:endParaRPr lang="en-US"/>
          </a:p>
        </p:txBody>
      </p:sp>
      <p:pic>
        <p:nvPicPr>
          <p:cNvPr id="8" name="Picture 7">
            <a:extLst>
              <a:ext uri="{FF2B5EF4-FFF2-40B4-BE49-F238E27FC236}">
                <a16:creationId xmlns:a16="http://schemas.microsoft.com/office/drawing/2014/main" id="{454ABCBE-034A-32A0-7FF5-47C7861E139C}"/>
              </a:ext>
            </a:extLst>
          </p:cNvPr>
          <p:cNvPicPr>
            <a:picLocks noChangeAspect="1"/>
          </p:cNvPicPr>
          <p:nvPr/>
        </p:nvPicPr>
        <p:blipFill>
          <a:blip r:embed="rId2"/>
          <a:stretch>
            <a:fillRect/>
          </a:stretch>
        </p:blipFill>
        <p:spPr>
          <a:xfrm>
            <a:off x="4231342" y="0"/>
            <a:ext cx="3857625" cy="6858000"/>
          </a:xfrm>
          <a:prstGeom prst="rect">
            <a:avLst/>
          </a:prstGeom>
        </p:spPr>
      </p:pic>
    </p:spTree>
    <p:extLst>
      <p:ext uri="{BB962C8B-B14F-4D97-AF65-F5344CB8AC3E}">
        <p14:creationId xmlns:p14="http://schemas.microsoft.com/office/powerpoint/2010/main" val="8739761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a:extLst>
              <a:ext uri="{FF2B5EF4-FFF2-40B4-BE49-F238E27FC236}">
                <a16:creationId xmlns:a16="http://schemas.microsoft.com/office/drawing/2014/main" id="{AD2C8D04-263D-9589-1CFF-A5968D7C33D7}"/>
              </a:ext>
            </a:extLst>
          </p:cNvPr>
          <p:cNvSpPr>
            <a:spLocks noGrp="1"/>
          </p:cNvSpPr>
          <p:nvPr>
            <p:ph type="title"/>
          </p:nvPr>
        </p:nvSpPr>
        <p:spPr>
          <a:xfrm>
            <a:off x="6096000" y="3085158"/>
            <a:ext cx="5055698" cy="687683"/>
          </a:xfrm>
        </p:spPr>
        <p:txBody>
          <a:bodyPr/>
          <a:lstStyle/>
          <a:p>
            <a:r>
              <a:rPr lang="en-US" sz="5000" dirty="0"/>
              <a:t>Thank you</a:t>
            </a:r>
          </a:p>
        </p:txBody>
      </p:sp>
      <p:pic>
        <p:nvPicPr>
          <p:cNvPr id="14" name="Picture Placeholder 13" descr="People working in office">
            <a:extLst>
              <a:ext uri="{FF2B5EF4-FFF2-40B4-BE49-F238E27FC236}">
                <a16:creationId xmlns:a16="http://schemas.microsoft.com/office/drawing/2014/main" id="{496155F4-61B2-441D-9F16-788866450DA2}"/>
              </a:ext>
            </a:extLst>
          </p:cNvPr>
          <p:cNvPicPr>
            <a:picLocks noGrp="1" noChangeAspect="1"/>
          </p:cNvPicPr>
          <p:nvPr>
            <p:ph type="pic" sz="quarter" idx="49"/>
          </p:nvPr>
        </p:nvPicPr>
        <p:blipFill rotWithShape="1">
          <a:blip r:embed="rId3" cstate="print">
            <a:extLst>
              <a:ext uri="{28A0092B-C50C-407E-A947-70E740481C1C}">
                <a14:useLocalDpi xmlns:a14="http://schemas.microsoft.com/office/drawing/2010/main"/>
              </a:ext>
            </a:extLst>
          </a:blip>
          <a:srcRect/>
          <a:stretch/>
        </p:blipFill>
        <p:spPr/>
      </p:pic>
      <p:pic>
        <p:nvPicPr>
          <p:cNvPr id="16" name="Picture Placeholder 15" descr="People in an office discussing work over a laptop&#10;">
            <a:extLst>
              <a:ext uri="{FF2B5EF4-FFF2-40B4-BE49-F238E27FC236}">
                <a16:creationId xmlns:a16="http://schemas.microsoft.com/office/drawing/2014/main" id="{BCD5762E-DD49-42B3-9CA8-46A4AD7193E2}"/>
              </a:ext>
            </a:extLst>
          </p:cNvPr>
          <p:cNvPicPr>
            <a:picLocks noGrp="1" noChangeAspect="1"/>
          </p:cNvPicPr>
          <p:nvPr>
            <p:ph type="pic" sz="quarter" idx="48"/>
          </p:nvPr>
        </p:nvPicPr>
        <p:blipFill rotWithShape="1">
          <a:blip r:embed="rId4" cstate="print">
            <a:extLst>
              <a:ext uri="{28A0092B-C50C-407E-A947-70E740481C1C}">
                <a14:useLocalDpi xmlns:a14="http://schemas.microsoft.com/office/drawing/2010/main"/>
              </a:ext>
            </a:extLst>
          </a:blip>
          <a:srcRect/>
          <a:stretch/>
        </p:blipFill>
        <p:spPr>
          <a:xfrm>
            <a:off x="2781842" y="2550231"/>
            <a:ext cx="1465840" cy="1289394"/>
          </a:xfrm>
        </p:spPr>
      </p:pic>
      <p:pic>
        <p:nvPicPr>
          <p:cNvPr id="18" name="Picture Placeholder 17" descr="Layout of website design sketches on white paper">
            <a:extLst>
              <a:ext uri="{FF2B5EF4-FFF2-40B4-BE49-F238E27FC236}">
                <a16:creationId xmlns:a16="http://schemas.microsoft.com/office/drawing/2014/main" id="{1051CD21-1408-4D13-BF0B-0D7013AD2D0C}"/>
              </a:ext>
            </a:extLst>
          </p:cNvPr>
          <p:cNvPicPr>
            <a:picLocks noGrp="1" noChangeAspect="1"/>
          </p:cNvPicPr>
          <p:nvPr>
            <p:ph type="pic" sz="quarter" idx="51"/>
          </p:nvPr>
        </p:nvPicPr>
        <p:blipFill rotWithShape="1">
          <a:blip r:embed="rId5" cstate="print">
            <a:extLst>
              <a:ext uri="{28A0092B-C50C-407E-A947-70E740481C1C}">
                <a14:useLocalDpi xmlns:a14="http://schemas.microsoft.com/office/drawing/2010/main"/>
              </a:ext>
            </a:extLst>
          </a:blip>
          <a:srcRect/>
          <a:stretch/>
        </p:blipFill>
        <p:spPr/>
      </p:pic>
      <p:pic>
        <p:nvPicPr>
          <p:cNvPr id="28" name="Picture Placeholder 27" descr="Businesswoman reviewing sticky notes on a wall">
            <a:extLst>
              <a:ext uri="{FF2B5EF4-FFF2-40B4-BE49-F238E27FC236}">
                <a16:creationId xmlns:a16="http://schemas.microsoft.com/office/drawing/2014/main" id="{B746A775-E65C-70F6-9DB4-E51F7F2DAECE}"/>
              </a:ext>
            </a:extLst>
          </p:cNvPr>
          <p:cNvPicPr>
            <a:picLocks noGrp="1" noChangeAspect="1"/>
          </p:cNvPicPr>
          <p:nvPr>
            <p:ph type="pic" sz="quarter" idx="50"/>
          </p:nvPr>
        </p:nvPicPr>
        <p:blipFill>
          <a:blip r:embed="rId6"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5292794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theme/theme1.xml><?xml version="1.0" encoding="utf-8"?>
<a:theme xmlns:a="http://schemas.openxmlformats.org/drawingml/2006/main" name="Custom​​">
  <a:themeElements>
    <a:clrScheme name="Custom 9">
      <a:dk1>
        <a:srgbClr val="000000"/>
      </a:dk1>
      <a:lt1>
        <a:srgbClr val="FFFFFF"/>
      </a:lt1>
      <a:dk2>
        <a:srgbClr val="0F253E"/>
      </a:dk2>
      <a:lt2>
        <a:srgbClr val="E7E6E6"/>
      </a:lt2>
      <a:accent1>
        <a:srgbClr val="4472C4"/>
      </a:accent1>
      <a:accent2>
        <a:srgbClr val="B83803"/>
      </a:accent2>
      <a:accent3>
        <a:srgbClr val="DCD3CC"/>
      </a:accent3>
      <a:accent4>
        <a:srgbClr val="F79320"/>
      </a:accent4>
      <a:accent5>
        <a:srgbClr val="44668D"/>
      </a:accent5>
      <a:accent6>
        <a:srgbClr val="0F253E"/>
      </a:accent6>
      <a:hlink>
        <a:srgbClr val="AEC0D9"/>
      </a:hlink>
      <a:folHlink>
        <a:srgbClr val="B83903"/>
      </a:folHlink>
    </a:clrScheme>
    <a:fontScheme name="Custom 10">
      <a:majorFont>
        <a:latin typeface="Posterama Text Black"/>
        <a:ea typeface=""/>
        <a:cs typeface=""/>
      </a:majorFont>
      <a:minorFont>
        <a:latin typeface="Abad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a:lstStyle>
        <a:defPPr marL="0" indent="0" algn="ctr">
          <a:lnSpc>
            <a:spcPct val="100000"/>
          </a:lnSpc>
          <a:spcBef>
            <a:spcPts val="0"/>
          </a:spcBef>
          <a:buFontTx/>
          <a:buNone/>
          <a:defRPr sz="1800" smtClean="0">
            <a:solidFill>
              <a:prstClr val="white"/>
            </a:solidFill>
            <a:latin typeface="Posterama" panose="020B0504020200020000" pitchFamily="34" charset="0"/>
            <a:ea typeface="微软雅黑"/>
            <a:cs typeface="Posterama" panose="020B0504020200020000" pitchFamily="34" charset="0"/>
          </a:defRPr>
        </a:defPPr>
      </a:lstStyle>
    </a:txDef>
  </a:objectDefaults>
  <a:extraClrSchemeLst/>
  <a:extLst>
    <a:ext uri="{05A4C25C-085E-4340-85A3-A5531E510DB2}">
      <thm15:themeFamily xmlns:thm15="http://schemas.microsoft.com/office/thememl/2012/main" name="Hexagon Light Presentation_win32_v5" id="{045A9B2F-7300-4673-816B-F1EB3C673B2C}" vid="{27F8BD87-6984-44CA-8D4F-354B20CB0C1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1530B71D02ACE43A328C0D9C2A119D0" ma:contentTypeVersion="10" ma:contentTypeDescription="Create a new document." ma:contentTypeScope="" ma:versionID="553e2dd784ab2cb94cda90b2a908bd4a">
  <xsd:schema xmlns:xsd="http://www.w3.org/2001/XMLSchema" xmlns:xs="http://www.w3.org/2001/XMLSchema" xmlns:p="http://schemas.microsoft.com/office/2006/metadata/properties" xmlns:ns3="be8b919e-9569-47f6-bc8c-78b2bf92f632" targetNamespace="http://schemas.microsoft.com/office/2006/metadata/properties" ma:root="true" ma:fieldsID="c88adbe775f43691c6d12f1861cac544" ns3:_="">
    <xsd:import namespace="be8b919e-9569-47f6-bc8c-78b2bf92f632"/>
    <xsd:element name="properties">
      <xsd:complexType>
        <xsd:sequence>
          <xsd:element name="documentManagement">
            <xsd:complexType>
              <xsd:all>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e8b919e-9569-47f6-bc8c-78b2bf92f6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6" nillable="true" ma:displayName="Location" ma:indexed="true" ma:internalName="MediaServiceLocatio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5448A46-0F98-4A47-883B-D717E654035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e8b919e-9569-47f6-bc8c-78b2bf92f6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5515263-A3DE-4193-B6AA-5C449C94519F}">
  <ds:schemaRefs>
    <ds:schemaRef ds:uri="http://schemas.microsoft.com/sharepoint/v3/contenttype/forms"/>
  </ds:schemaRefs>
</ds:datastoreItem>
</file>

<file path=customXml/itemProps3.xml><?xml version="1.0" encoding="utf-8"?>
<ds:datastoreItem xmlns:ds="http://schemas.openxmlformats.org/officeDocument/2006/customXml" ds:itemID="{A0AD9BE2-6B3D-4616-B044-300A8177DEA5}">
  <ds:schemaRefs>
    <ds:schemaRef ds:uri="http://purl.org/dc/terms/"/>
    <ds:schemaRef ds:uri="http://schemas.microsoft.com/office/2006/documentManagement/types"/>
    <ds:schemaRef ds:uri="http://purl.org/dc/dcmitype/"/>
    <ds:schemaRef ds:uri="http://schemas.microsoft.com/office/infopath/2007/PartnerControls"/>
    <ds:schemaRef ds:uri="http://purl.org/dc/elements/1.1/"/>
    <ds:schemaRef ds:uri="http://schemas.microsoft.com/office/2006/metadata/properties"/>
    <ds:schemaRef ds:uri="be8b919e-9569-47f6-bc8c-78b2bf92f632"/>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Hexagon presentation light</Template>
  <TotalTime>862</TotalTime>
  <Words>1991</Words>
  <Application>Microsoft Office PowerPoint</Application>
  <PresentationFormat>Widescreen</PresentationFormat>
  <Paragraphs>143</Paragraphs>
  <Slides>24</Slides>
  <Notes>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24</vt:i4>
      </vt:variant>
    </vt:vector>
  </HeadingPairs>
  <TitlesOfParts>
    <vt:vector size="34" baseType="lpstr">
      <vt:lpstr>等线</vt:lpstr>
      <vt:lpstr>Abadi</vt:lpstr>
      <vt:lpstr>Arial</vt:lpstr>
      <vt:lpstr>Calibri</vt:lpstr>
      <vt:lpstr>Posterama Text Black</vt:lpstr>
      <vt:lpstr>Posterama Text Black (Headings)</vt:lpstr>
      <vt:lpstr>Posterama Text SemiBold</vt:lpstr>
      <vt:lpstr>Roboto</vt:lpstr>
      <vt:lpstr>Times New Roman</vt:lpstr>
      <vt:lpstr>Custom​​</vt:lpstr>
      <vt:lpstr>THỰC TẬP ĐỒ ÁN CHUYÊN NGÀNH  HỌC KỲ 1, NĂM HỌC 2024-2025</vt:lpstr>
      <vt:lpstr>XÂY DỰNG WEBSITE THƯƠNG MẠI ĐIỆN TỬ GIÀY THỜI TRANG NODE.JS </vt:lpstr>
      <vt:lpstr>PowerPoint Presentation</vt:lpstr>
      <vt:lpstr>NỘI DUNG</vt:lpstr>
      <vt:lpstr>1. CƠ SỞ LÝ THUYẾT</vt:lpstr>
      <vt:lpstr>PowerPoint Presentation</vt:lpstr>
      <vt:lpstr>PowerPoint Presentation</vt:lpstr>
      <vt:lpstr>PowerPoint Presentation</vt:lpstr>
      <vt:lpstr>2. PHÂN TÍCH THIẾT KẾ HỆ THỐNG</vt:lpstr>
      <vt:lpstr>PowerPoint Presentation</vt:lpstr>
      <vt:lpstr>PowerPoint Presentation</vt:lpstr>
      <vt:lpstr>PowerPoint Presentation</vt:lpstr>
      <vt:lpstr>PowerPoint Presentation</vt:lpstr>
      <vt:lpstr>3. XÂY DỰNG WEBSITE GIÀY</vt:lpstr>
      <vt:lpstr>3. XÂY DỰNG WEBSITE GIÀY</vt:lpstr>
      <vt:lpstr>3. XÂY DỰNG WEBSITE GIÀY</vt:lpstr>
      <vt:lpstr>3. XÂY DỰNG WEBSITE GIÀY</vt:lpstr>
      <vt:lpstr>3. XÂY DỰNG WEBSITE GIÀY</vt:lpstr>
      <vt:lpstr>4. KẾT LUẬN VÀ PHÁT TRIỂN</vt:lpstr>
      <vt:lpstr>4. KẾT LUẬN VÀ PHÁT TRIỂN</vt:lpstr>
      <vt:lpstr>4. KẾT LUẬN VÀ PHÁT TRIỂN</vt:lpstr>
      <vt:lpstr>4. KẾT LUẬN VÀ PHÁT TRIỂN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THỰC TẬP ĐỒ ÁN CƠ SỞ NGÀNH  HỌC KỲ 1, NĂM HỌC 2023-2024</dc:title>
  <dc:creator>Ho Hoang Phuc</dc:creator>
  <cp:lastModifiedBy>Ho Hoang Phuc</cp:lastModifiedBy>
  <cp:revision>62</cp:revision>
  <dcterms:created xsi:type="dcterms:W3CDTF">2024-01-14T03:31:11Z</dcterms:created>
  <dcterms:modified xsi:type="dcterms:W3CDTF">2025-01-13T22:38:51Z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0x01010041530B71D02ACE43A328C0D9C2A119D0</vt:lpwstr>
  </property>
</Properties>
</file>