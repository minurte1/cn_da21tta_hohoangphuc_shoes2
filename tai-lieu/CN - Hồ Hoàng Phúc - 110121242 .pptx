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9"/>
  </p:notesMasterIdLst>
  <p:handoutMasterIdLst>
    <p:handoutMasterId r:id="rId30"/>
  </p:handoutMasterIdLst>
  <p:sldIdLst>
    <p:sldId id="256" r:id="rId5"/>
    <p:sldId id="296" r:id="rId6"/>
    <p:sldId id="348" r:id="rId7"/>
    <p:sldId id="275" r:id="rId8"/>
    <p:sldId id="343" r:id="rId9"/>
    <p:sldId id="341" r:id="rId10"/>
    <p:sldId id="342" r:id="rId11"/>
    <p:sldId id="358" r:id="rId12"/>
    <p:sldId id="294" r:id="rId13"/>
    <p:sldId id="344" r:id="rId14"/>
    <p:sldId id="359" r:id="rId15"/>
    <p:sldId id="360" r:id="rId16"/>
    <p:sldId id="361" r:id="rId17"/>
    <p:sldId id="349" r:id="rId18"/>
    <p:sldId id="319" r:id="rId19"/>
    <p:sldId id="350" r:id="rId20"/>
    <p:sldId id="351" r:id="rId21"/>
    <p:sldId id="352" r:id="rId22"/>
    <p:sldId id="354" r:id="rId23"/>
    <p:sldId id="355" r:id="rId24"/>
    <p:sldId id="356" r:id="rId25"/>
    <p:sldId id="357" r:id="rId26"/>
    <p:sldId id="362" r:id="rId27"/>
    <p:sldId id="289"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3E5A"/>
    <a:srgbClr val="446992"/>
    <a:srgbClr val="AEC2D8"/>
    <a:srgbClr val="98432A"/>
    <a:srgbClr val="D84400"/>
    <a:srgbClr val="44678D"/>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634"/>
  </p:normalViewPr>
  <p:slideViewPr>
    <p:cSldViewPr snapToGrid="0" showGuides="1">
      <p:cViewPr varScale="1">
        <p:scale>
          <a:sx n="85" d="100"/>
          <a:sy n="85" d="100"/>
        </p:scale>
        <p:origin x="590" y="62"/>
      </p:cViewPr>
      <p:guideLst>
        <p:guide orient="horz" pos="1536"/>
        <p:guide pos="312"/>
      </p:guideLst>
    </p:cSldViewPr>
  </p:slideViewPr>
  <p:outlineViewPr>
    <p:cViewPr>
      <p:scale>
        <a:sx n="33" d="100"/>
        <a:sy n="33" d="100"/>
      </p:scale>
      <p:origin x="0" y="-1616"/>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1/14/2025</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A894A48D-3417-BE20-3062-A3660969046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9" name="Slide Image Placeholder 8">
            <a:extLst>
              <a:ext uri="{FF2B5EF4-FFF2-40B4-BE49-F238E27FC236}">
                <a16:creationId xmlns:a16="http://schemas.microsoft.com/office/drawing/2014/main" id="{AC9ED954-709D-51DC-3EA0-0E06FE1D72A5}"/>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a:extLst>
              <a:ext uri="{FF2B5EF4-FFF2-40B4-BE49-F238E27FC236}">
                <a16:creationId xmlns:a16="http://schemas.microsoft.com/office/drawing/2014/main" id="{1F57F2FB-2942-7663-E6DB-E3A976549D53}"/>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1" name="Date Placeholder 10">
            <a:extLst>
              <a:ext uri="{FF2B5EF4-FFF2-40B4-BE49-F238E27FC236}">
                <a16:creationId xmlns:a16="http://schemas.microsoft.com/office/drawing/2014/main" id="{ED31FE42-8AA6-DC9C-5EE7-8737143C1DDB}"/>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58D246-FB21-4ACB-9068-6447CC7872F8}" type="datetimeFigureOut">
              <a:rPr lang="en-US" smtClean="0"/>
              <a:t>1/14/2025</a:t>
            </a:fld>
            <a:endParaRPr lang="en-US"/>
          </a:p>
        </p:txBody>
      </p:sp>
      <p:sp>
        <p:nvSpPr>
          <p:cNvPr id="12" name="Notes Placeholder 11">
            <a:extLst>
              <a:ext uri="{FF2B5EF4-FFF2-40B4-BE49-F238E27FC236}">
                <a16:creationId xmlns:a16="http://schemas.microsoft.com/office/drawing/2014/main" id="{5F659C92-43C4-05C5-9170-5CF256AF9975}"/>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74923A81-0599-8ECF-BDF0-A4898D46829C}"/>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BF3159-94EB-4F6B-8273-09F1A6B019E6}" type="slidenum">
              <a:rPr lang="en-US" smtClean="0"/>
              <a:t>‹#›</a:t>
            </a:fld>
            <a:endParaRPr lang="en-US"/>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4</a:t>
            </a:fld>
            <a:endParaRPr lang="en-US" altLang="zh-CN" noProof="0" dirty="0"/>
          </a:p>
        </p:txBody>
      </p:sp>
    </p:spTree>
    <p:extLst>
      <p:ext uri="{BB962C8B-B14F-4D97-AF65-F5344CB8AC3E}">
        <p14:creationId xmlns:p14="http://schemas.microsoft.com/office/powerpoint/2010/main" val="9143740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B2203-9C49-8C11-F2C6-08DA998339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915D29-E637-64D8-5939-0FF64D9493A7}"/>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B82E9E00-FAAA-2903-0AC1-38F175CA9E6C}"/>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A711EC5E-7B3D-1230-7577-D6701369754F}"/>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5</a:t>
            </a:fld>
            <a:endParaRPr lang="en-US" altLang="zh-CN" noProof="0" dirty="0"/>
          </a:p>
        </p:txBody>
      </p:sp>
    </p:spTree>
    <p:extLst>
      <p:ext uri="{BB962C8B-B14F-4D97-AF65-F5344CB8AC3E}">
        <p14:creationId xmlns:p14="http://schemas.microsoft.com/office/powerpoint/2010/main" val="2448376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9</a:t>
            </a:fld>
            <a:endParaRPr lang="en-US" altLang="zh-CN" noProof="0" dirty="0"/>
          </a:p>
        </p:txBody>
      </p:sp>
    </p:spTree>
    <p:extLst>
      <p:ext uri="{BB962C8B-B14F-4D97-AF65-F5344CB8AC3E}">
        <p14:creationId xmlns:p14="http://schemas.microsoft.com/office/powerpoint/2010/main" val="7993361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2AEE3-E09C-2191-F10A-105100F577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66C2F5-5F5D-1D74-7033-E45DD859BA79}"/>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A5A8C7B9-9D98-3E5A-4D1A-26B9DDEEE479}"/>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4EE49CE4-8B42-EB2C-912A-C17EE547D528}"/>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14</a:t>
            </a:fld>
            <a:endParaRPr lang="en-US" altLang="zh-CN" noProof="0" dirty="0"/>
          </a:p>
        </p:txBody>
      </p:sp>
    </p:spTree>
    <p:extLst>
      <p:ext uri="{BB962C8B-B14F-4D97-AF65-F5344CB8AC3E}">
        <p14:creationId xmlns:p14="http://schemas.microsoft.com/office/powerpoint/2010/main" val="19342514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E2168-C3B4-2311-529D-B564A22BF8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4C043E-9D6C-0F1A-AAF2-9274D9F8A8B4}"/>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40242F84-2C74-C70E-78AB-444D1ECB12C4}"/>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58B323FF-9784-AA4C-B9F2-7CE108C244A9}"/>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19</a:t>
            </a:fld>
            <a:endParaRPr lang="en-US" altLang="zh-CN" noProof="0" dirty="0"/>
          </a:p>
        </p:txBody>
      </p:sp>
    </p:spTree>
    <p:extLst>
      <p:ext uri="{BB962C8B-B14F-4D97-AF65-F5344CB8AC3E}">
        <p14:creationId xmlns:p14="http://schemas.microsoft.com/office/powerpoint/2010/main" val="30461389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24</a:t>
            </a:fld>
            <a:endParaRPr lang="en-US" altLang="zh-CN" noProof="0" dirty="0"/>
          </a:p>
        </p:txBody>
      </p:sp>
    </p:spTree>
    <p:extLst>
      <p:ext uri="{BB962C8B-B14F-4D97-AF65-F5344CB8AC3E}">
        <p14:creationId xmlns:p14="http://schemas.microsoft.com/office/powerpoint/2010/main" val="30776703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3">
            <a:alpha val="20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484764" y="1986926"/>
            <a:ext cx="5257793" cy="2057441"/>
          </a:xfrm>
        </p:spPr>
        <p:txBody>
          <a:bodyPr>
            <a:noAutofit/>
          </a:body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509005"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hasCustomPrompt="1"/>
          </p:nvPr>
        </p:nvSpPr>
        <p:spPr>
          <a:xfrm>
            <a:off x="1601366" y="4172084"/>
            <a:ext cx="1570612" cy="760288"/>
          </a:xfrm>
          <a:prstGeom prst="rect">
            <a:avLst/>
          </a:prstGeom>
        </p:spPr>
        <p:txBody>
          <a:bodyPr>
            <a:noAutofit/>
          </a:bodyPr>
          <a:lstStyle>
            <a:lvl1pPr marL="0" indent="0">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noProof="0"/>
              <a:t>Click to edit Master title style </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accent6"/>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3"/>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512572" y="3435545"/>
            <a:ext cx="4253399" cy="1740114"/>
          </a:xfrm>
        </p:spPr>
        <p:txBody>
          <a:bodyPr>
            <a:noAutofit/>
          </a:bodyPr>
          <a:lstStyle>
            <a:lvl1pPr>
              <a:defRPr>
                <a:solidFill>
                  <a:schemeClr val="accent6"/>
                </a:solidFill>
              </a:defRPr>
            </a:lvl1pPr>
          </a:lstStyle>
          <a:p>
            <a:r>
              <a:rPr lang="en-US"/>
              <a:t>Click to edit Master title style</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4" name="Freeform: Shape 13">
            <a:extLst>
              <a:ext uri="{FF2B5EF4-FFF2-40B4-BE49-F238E27FC236}">
                <a16:creationId xmlns:a16="http://schemas.microsoft.com/office/drawing/2014/main" id="{70174533-8C0E-4E82-A582-891A0555FA1F}"/>
              </a:ext>
            </a:extLst>
          </p:cNvPr>
          <p:cNvSpPr/>
          <p:nvPr userDrawn="1"/>
        </p:nvSpPr>
        <p:spPr>
          <a:xfrm>
            <a:off x="7328126" y="231031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5" name="Freeform: Shape 14">
            <a:extLst>
              <a:ext uri="{FF2B5EF4-FFF2-40B4-BE49-F238E27FC236}">
                <a16:creationId xmlns:a16="http://schemas.microsoft.com/office/drawing/2014/main" id="{071E3938-A754-4D49-B509-249EE9BD83AB}"/>
              </a:ext>
            </a:extLst>
          </p:cNvPr>
          <p:cNvSpPr/>
          <p:nvPr userDrawn="1"/>
        </p:nvSpPr>
        <p:spPr>
          <a:xfrm>
            <a:off x="8375472" y="409533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24" name="Content placeholder 47" descr="Click icon to add picture">
            <a:extLst>
              <a:ext uri="{FF2B5EF4-FFF2-40B4-BE49-F238E27FC236}">
                <a16:creationId xmlns:a16="http://schemas.microsoft.com/office/drawing/2014/main" id="{5414CF94-2913-4AE7-AAC3-3D61FE742888}"/>
              </a:ext>
            </a:extLst>
          </p:cNvPr>
          <p:cNvSpPr>
            <a:spLocks noGrp="1"/>
          </p:cNvSpPr>
          <p:nvPr>
            <p:ph type="body" sz="quarter" idx="28" hasCustomPrompt="1"/>
          </p:nvPr>
        </p:nvSpPr>
        <p:spPr>
          <a:xfrm>
            <a:off x="6274027" y="1076241"/>
            <a:ext cx="1913128" cy="1054727"/>
          </a:xfrm>
          <a:prstGeom prst="rect">
            <a:avLst/>
          </a:prstGeom>
        </p:spPr>
        <p:txBody>
          <a:bodyPr anchor="ctr">
            <a:noAutofit/>
          </a:bodyPr>
          <a:lstStyle>
            <a:lvl1pPr marL="0" indent="0" algn="ctr">
              <a:lnSpc>
                <a:spcPct val="100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a:t>
            </a:r>
            <a:r>
              <a:rPr lang="zh-CN" altLang="en-US" dirty="0"/>
              <a:t> </a:t>
            </a:r>
            <a:r>
              <a:rPr lang="en-US" altLang="zh-CN" dirty="0"/>
              <a:t>Master title style </a:t>
            </a:r>
          </a:p>
        </p:txBody>
      </p:sp>
      <p:sp>
        <p:nvSpPr>
          <p:cNvPr id="26" name="Content placeholder 47" descr="Click icon to add picture">
            <a:extLst>
              <a:ext uri="{FF2B5EF4-FFF2-40B4-BE49-F238E27FC236}">
                <a16:creationId xmlns:a16="http://schemas.microsoft.com/office/drawing/2014/main" id="{3CE3485A-395E-4C5F-A00F-D230FF7CFB93}"/>
              </a:ext>
            </a:extLst>
          </p:cNvPr>
          <p:cNvSpPr>
            <a:spLocks noGrp="1"/>
          </p:cNvSpPr>
          <p:nvPr>
            <p:ph type="body" sz="quarter" idx="29" hasCustomPrompt="1"/>
          </p:nvPr>
        </p:nvSpPr>
        <p:spPr>
          <a:xfrm>
            <a:off x="8375472" y="1076241"/>
            <a:ext cx="1904890" cy="1054728"/>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a:t>
            </a:r>
            <a:r>
              <a:rPr lang="zh-CN" altLang="en-US" dirty="0"/>
              <a:t> </a:t>
            </a:r>
            <a:r>
              <a:rPr lang="en-US" altLang="zh-CN" dirty="0"/>
              <a:t>Master title style </a:t>
            </a:r>
          </a:p>
        </p:txBody>
      </p:sp>
      <p:sp>
        <p:nvSpPr>
          <p:cNvPr id="33" name="Content placeholder 47" descr="Click icon to add picture">
            <a:extLst>
              <a:ext uri="{FF2B5EF4-FFF2-40B4-BE49-F238E27FC236}">
                <a16:creationId xmlns:a16="http://schemas.microsoft.com/office/drawing/2014/main" id="{6A8DFBFF-5B07-49C6-ADB8-341FCD1E7531}"/>
              </a:ext>
            </a:extLst>
          </p:cNvPr>
          <p:cNvSpPr>
            <a:spLocks noGrp="1"/>
          </p:cNvSpPr>
          <p:nvPr>
            <p:ph type="body" sz="quarter" idx="30" hasCustomPrompt="1"/>
          </p:nvPr>
        </p:nvSpPr>
        <p:spPr>
          <a:xfrm>
            <a:off x="7321949" y="2844725"/>
            <a:ext cx="1914694" cy="108919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descr="Click icon to add picture">
            <a:extLst>
              <a:ext uri="{FF2B5EF4-FFF2-40B4-BE49-F238E27FC236}">
                <a16:creationId xmlns:a16="http://schemas.microsoft.com/office/drawing/2014/main" id="{1AC7F192-CFC3-470A-9467-330212C6F52D}"/>
              </a:ext>
            </a:extLst>
          </p:cNvPr>
          <p:cNvSpPr>
            <a:spLocks noGrp="1"/>
          </p:cNvSpPr>
          <p:nvPr>
            <p:ph type="body" sz="quarter" idx="31" hasCustomPrompt="1"/>
          </p:nvPr>
        </p:nvSpPr>
        <p:spPr>
          <a:xfrm>
            <a:off x="9409651" y="2826795"/>
            <a:ext cx="1913128" cy="110712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5" name="Content placeholder 47" descr="Click icon to add picture">
            <a:extLst>
              <a:ext uri="{FF2B5EF4-FFF2-40B4-BE49-F238E27FC236}">
                <a16:creationId xmlns:a16="http://schemas.microsoft.com/office/drawing/2014/main" id="{A5D53FF3-B0CD-4D31-9128-2D2E0E89F09C}"/>
              </a:ext>
            </a:extLst>
          </p:cNvPr>
          <p:cNvSpPr>
            <a:spLocks noGrp="1"/>
          </p:cNvSpPr>
          <p:nvPr>
            <p:ph type="body" sz="quarter" idx="32" hasCustomPrompt="1"/>
          </p:nvPr>
        </p:nvSpPr>
        <p:spPr>
          <a:xfrm>
            <a:off x="8367234" y="4631270"/>
            <a:ext cx="1913128" cy="1075689"/>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 name="Freeform: Shape 6">
            <a:extLst>
              <a:ext uri="{FF2B5EF4-FFF2-40B4-BE49-F238E27FC236}">
                <a16:creationId xmlns:a16="http://schemas.microsoft.com/office/drawing/2014/main" id="{4D27EAE5-5D14-4E2B-9A4E-E1CE7C26F40F}"/>
              </a:ext>
            </a:extLst>
          </p:cNvPr>
          <p:cNvSpPr/>
          <p:nvPr userDrawn="1"/>
        </p:nvSpPr>
        <p:spPr>
          <a:xfrm>
            <a:off x="630971" y="606175"/>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Shape 10">
            <a:extLst>
              <a:ext uri="{FF2B5EF4-FFF2-40B4-BE49-F238E27FC236}">
                <a16:creationId xmlns:a16="http://schemas.microsoft.com/office/drawing/2014/main" id="{01796F5D-2CC8-44C2-B5B5-E61BEFFF5A72}"/>
              </a:ext>
            </a:extLst>
          </p:cNvPr>
          <p:cNvSpPr/>
          <p:nvPr userDrawn="1"/>
        </p:nvSpPr>
        <p:spPr>
          <a:xfrm>
            <a:off x="5252937" y="2290859"/>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Shape 11">
            <a:extLst>
              <a:ext uri="{FF2B5EF4-FFF2-40B4-BE49-F238E27FC236}">
                <a16:creationId xmlns:a16="http://schemas.microsoft.com/office/drawing/2014/main" id="{73093633-6A91-42B5-961C-4B3A5DDF2146}"/>
              </a:ext>
            </a:extLst>
          </p:cNvPr>
          <p:cNvSpPr/>
          <p:nvPr userDrawn="1"/>
        </p:nvSpPr>
        <p:spPr>
          <a:xfrm>
            <a:off x="6310033" y="405642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a:xfrm>
            <a:off x="484632" y="6217920"/>
            <a:ext cx="4114800" cy="365125"/>
          </a:xfrm>
        </p:spPr>
        <p:txBody>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a:xfrm>
            <a:off x="11194169" y="6217920"/>
            <a:ext cx="458592" cy="365125"/>
          </a:xfrm>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862097048"/>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509574" y="2096892"/>
            <a:ext cx="5117162" cy="1325563"/>
          </a:xfrm>
        </p:spPr>
        <p:txBody>
          <a:bodyPr>
            <a:noAutofit/>
          </a:bodyPr>
          <a:lstStyle>
            <a:lvl1pPr>
              <a:defRPr>
                <a:solidFill>
                  <a:schemeClr val="accent6"/>
                </a:solidFill>
              </a:defRPr>
            </a:lvl1pPr>
          </a:lstStyle>
          <a:p>
            <a:r>
              <a:rPr lang="en-US"/>
              <a:t>Click to edit Master title style</a:t>
            </a:r>
            <a:endParaRPr lang="en-US" dirty="0"/>
          </a:p>
        </p:txBody>
      </p:sp>
      <p:sp>
        <p:nvSpPr>
          <p:cNvPr id="14" name="Content placeholder 47">
            <a:extLst>
              <a:ext uri="{FF2B5EF4-FFF2-40B4-BE49-F238E27FC236}">
                <a16:creationId xmlns:a16="http://schemas.microsoft.com/office/drawing/2014/main" id="{E61594E5-F661-407F-9B5E-62267D2E6AAD}"/>
              </a:ext>
            </a:extLst>
          </p:cNvPr>
          <p:cNvSpPr>
            <a:spLocks noGrp="1"/>
          </p:cNvSpPr>
          <p:nvPr>
            <p:ph type="body" sz="quarter" idx="28" hasCustomPrompt="1"/>
          </p:nvPr>
        </p:nvSpPr>
        <p:spPr>
          <a:xfrm>
            <a:off x="509574" y="3435546"/>
            <a:ext cx="4260180" cy="1294530"/>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1" name="Picture Placeholder 20">
            <a:extLst>
              <a:ext uri="{FF2B5EF4-FFF2-40B4-BE49-F238E27FC236}">
                <a16:creationId xmlns:a16="http://schemas.microsoft.com/office/drawing/2014/main" id="{988BDF24-3B67-5B77-0D48-319FA7FD0F65}"/>
              </a:ext>
            </a:extLst>
          </p:cNvPr>
          <p:cNvSpPr>
            <a:spLocks noGrp="1"/>
          </p:cNvSpPr>
          <p:nvPr>
            <p:ph type="pic" sz="quarter" idx="51"/>
          </p:nvPr>
        </p:nvSpPr>
        <p:spPr>
          <a:xfrm>
            <a:off x="5745001" y="0"/>
            <a:ext cx="6446999" cy="6858000"/>
          </a:xfrm>
          <a:custGeom>
            <a:avLst/>
            <a:gdLst>
              <a:gd name="connsiteX0" fmla="*/ 2550369 w 6483642"/>
              <a:gd name="connsiteY0" fmla="*/ 0 h 6858000"/>
              <a:gd name="connsiteX1" fmla="*/ 4338592 w 6483642"/>
              <a:gd name="connsiteY1" fmla="*/ 0 h 6858000"/>
              <a:gd name="connsiteX2" fmla="*/ 6483642 w 6483642"/>
              <a:gd name="connsiteY2" fmla="*/ 1338386 h 6858000"/>
              <a:gd name="connsiteX3" fmla="*/ 6483642 w 6483642"/>
              <a:gd name="connsiteY3" fmla="*/ 5624376 h 6858000"/>
              <a:gd name="connsiteX4" fmla="*/ 4378767 w 6483642"/>
              <a:gd name="connsiteY4" fmla="*/ 6858000 h 6858000"/>
              <a:gd name="connsiteX5" fmla="*/ 2590564 w 6483642"/>
              <a:gd name="connsiteY5" fmla="*/ 6858000 h 6858000"/>
              <a:gd name="connsiteX6" fmla="*/ 133 w 6483642"/>
              <a:gd name="connsiteY6" fmla="*/ 5332429 h 6858000"/>
              <a:gd name="connsiteX7" fmla="*/ 20164 w 6483642"/>
              <a:gd name="connsiteY7" fmla="*/ 1404433 h 6858000"/>
              <a:gd name="connsiteX0" fmla="*/ 2530205 w 6463478"/>
              <a:gd name="connsiteY0" fmla="*/ 0 h 6858000"/>
              <a:gd name="connsiteX1" fmla="*/ 4318428 w 6463478"/>
              <a:gd name="connsiteY1" fmla="*/ 0 h 6858000"/>
              <a:gd name="connsiteX2" fmla="*/ 6463478 w 6463478"/>
              <a:gd name="connsiteY2" fmla="*/ 1338386 h 6858000"/>
              <a:gd name="connsiteX3" fmla="*/ 6463478 w 6463478"/>
              <a:gd name="connsiteY3" fmla="*/ 5624376 h 6858000"/>
              <a:gd name="connsiteX4" fmla="*/ 4358603 w 6463478"/>
              <a:gd name="connsiteY4" fmla="*/ 6858000 h 6858000"/>
              <a:gd name="connsiteX5" fmla="*/ 2570400 w 6463478"/>
              <a:gd name="connsiteY5" fmla="*/ 6858000 h 6858000"/>
              <a:gd name="connsiteX6" fmla="*/ 17140 w 6463478"/>
              <a:gd name="connsiteY6" fmla="*/ 5339864 h 6858000"/>
              <a:gd name="connsiteX7" fmla="*/ 0 w 6463478"/>
              <a:gd name="connsiteY7" fmla="*/ 1404433 h 6858000"/>
              <a:gd name="connsiteX8" fmla="*/ 2530205 w 6463478"/>
              <a:gd name="connsiteY8" fmla="*/ 0 h 6858000"/>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 name="connsiteX8" fmla="*/ 2513726 w 6446999"/>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lnTo>
                  <a:pt x="2513726" y="0"/>
                </a:lnTo>
                <a:close/>
              </a:path>
            </a:pathLst>
          </a:custGeom>
          <a:no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dirty="0">
                <a:solidFill>
                  <a:schemeClr val="accent6"/>
                </a:solidFill>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lvl1pPr>
              <a:defRPr>
                <a:solidFill>
                  <a:schemeClr val="accent6"/>
                </a:solidFill>
              </a:defRPr>
            </a:lvl1pPr>
          </a:lstStyle>
          <a:p>
            <a:r>
              <a:rPr lang="en-US"/>
              <a:t>Presentation title</a:t>
            </a:r>
            <a:endParaRPr lang="en-US"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4161259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Autofit/>
          </a:bodyPr>
          <a:lstStyle>
            <a:lvl1pPr>
              <a:defRPr>
                <a:solidFill>
                  <a:schemeClr val="accent6"/>
                </a:solidFill>
              </a:defRPr>
            </a:lvl1pPr>
          </a:lstStyle>
          <a:p>
            <a:r>
              <a:rPr lang="en-US"/>
              <a:t>Click to edit Master title style</a:t>
            </a:r>
            <a:endParaRPr lang="en-US" dirty="0"/>
          </a:p>
        </p:txBody>
      </p:sp>
      <p:sp>
        <p:nvSpPr>
          <p:cNvPr id="18" name="Hexagon 17">
            <a:extLst>
              <a:ext uri="{FF2B5EF4-FFF2-40B4-BE49-F238E27FC236}">
                <a16:creationId xmlns:a16="http://schemas.microsoft.com/office/drawing/2014/main" id="{ADF8D8A3-175E-9A50-A98B-3766DAAB5EE2}"/>
              </a:ext>
            </a:extLst>
          </p:cNvPr>
          <p:cNvSpPr/>
          <p:nvPr userDrawn="1"/>
        </p:nvSpPr>
        <p:spPr>
          <a:xfrm rot="5400000">
            <a:off x="1308232" y="2004972"/>
            <a:ext cx="3593592" cy="2880360"/>
          </a:xfrm>
          <a:prstGeom prst="hexagon">
            <a:avLst>
              <a:gd name="adj" fmla="val 31211"/>
              <a:gd name="vf" fmla="val 11547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Text 47" descr="Click icon to add picture">
            <a:extLst>
              <a:ext uri="{FF2B5EF4-FFF2-40B4-BE49-F238E27FC236}">
                <a16:creationId xmlns:a16="http://schemas.microsoft.com/office/drawing/2014/main" id="{B264F104-ED4D-9A7F-E598-295893E05B7F}"/>
              </a:ext>
            </a:extLst>
          </p:cNvPr>
          <p:cNvSpPr>
            <a:spLocks noGrp="1"/>
          </p:cNvSpPr>
          <p:nvPr>
            <p:ph type="body" sz="quarter" idx="28" hasCustomPrompt="1"/>
          </p:nvPr>
        </p:nvSpPr>
        <p:spPr>
          <a:xfrm>
            <a:off x="2319235" y="2911781"/>
            <a:ext cx="1570612" cy="1070829"/>
          </a:xfrm>
          <a:prstGeom prst="rect">
            <a:avLst/>
          </a:prstGeom>
        </p:spPr>
        <p:txBody>
          <a:bodyPr>
            <a:noAutofit/>
          </a:bodyPr>
          <a:lstStyle>
            <a:lvl1pPr marL="0" indent="0" algn="ctr">
              <a:lnSpc>
                <a:spcPct val="113000"/>
              </a:lnSpc>
              <a:buNone/>
              <a:defRPr sz="1800" b="1" cap="all" baseline="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17" name="Picture Placeholder 16">
            <a:extLst>
              <a:ext uri="{FF2B5EF4-FFF2-40B4-BE49-F238E27FC236}">
                <a16:creationId xmlns:a16="http://schemas.microsoft.com/office/drawing/2014/main" id="{7A084A88-6A62-9495-6CFE-1127D5CAAAB2}"/>
              </a:ext>
            </a:extLst>
          </p:cNvPr>
          <p:cNvSpPr>
            <a:spLocks noGrp="1"/>
          </p:cNvSpPr>
          <p:nvPr>
            <p:ph type="pic" sz="quarter" idx="47"/>
          </p:nvPr>
        </p:nvSpPr>
        <p:spPr>
          <a:xfrm>
            <a:off x="581710" y="555648"/>
            <a:ext cx="5045662" cy="5783096"/>
          </a:xfrm>
          <a:custGeom>
            <a:avLst/>
            <a:gdLst>
              <a:gd name="connsiteX0" fmla="*/ 2523318 w 5045662"/>
              <a:gd name="connsiteY0" fmla="*/ 1092708 h 5783096"/>
              <a:gd name="connsiteX1" fmla="*/ 1083139 w 5045662"/>
              <a:gd name="connsiteY1" fmla="*/ 1991697 h 5783096"/>
              <a:gd name="connsiteX2" fmla="*/ 1083139 w 5045662"/>
              <a:gd name="connsiteY2" fmla="*/ 3787311 h 5783096"/>
              <a:gd name="connsiteX3" fmla="*/ 2523318 w 5045662"/>
              <a:gd name="connsiteY3" fmla="*/ 4686300 h 5783096"/>
              <a:gd name="connsiteX4" fmla="*/ 3963497 w 5045662"/>
              <a:gd name="connsiteY4" fmla="*/ 3787311 h 5783096"/>
              <a:gd name="connsiteX5" fmla="*/ 3963497 w 5045662"/>
              <a:gd name="connsiteY5" fmla="*/ 1991697 h 5783096"/>
              <a:gd name="connsiteX6" fmla="*/ 2470122 w 5045662"/>
              <a:gd name="connsiteY6" fmla="*/ 0 h 5783096"/>
              <a:gd name="connsiteX7" fmla="*/ 5037208 w 5045662"/>
              <a:gd name="connsiteY7" fmla="*/ 1458369 h 5783096"/>
              <a:gd name="connsiteX8" fmla="*/ 5045662 w 5045662"/>
              <a:gd name="connsiteY8" fmla="*/ 4339769 h 5783096"/>
              <a:gd name="connsiteX9" fmla="*/ 2561576 w 5045662"/>
              <a:gd name="connsiteY9" fmla="*/ 5783096 h 5783096"/>
              <a:gd name="connsiteX10" fmla="*/ 24164 w 5045662"/>
              <a:gd name="connsiteY10" fmla="*/ 4354881 h 5783096"/>
              <a:gd name="connsiteX11" fmla="*/ 0 w 5045662"/>
              <a:gd name="connsiteY11" fmla="*/ 1453765 h 5783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5662" h="5783096">
                <a:moveTo>
                  <a:pt x="2523318" y="1092708"/>
                </a:moveTo>
                <a:lnTo>
                  <a:pt x="1083139" y="1991697"/>
                </a:lnTo>
                <a:lnTo>
                  <a:pt x="1083139" y="3787311"/>
                </a:lnTo>
                <a:lnTo>
                  <a:pt x="2523318" y="4686300"/>
                </a:lnTo>
                <a:lnTo>
                  <a:pt x="3963497" y="3787311"/>
                </a:lnTo>
                <a:lnTo>
                  <a:pt x="3963497" y="1991697"/>
                </a:lnTo>
                <a:close/>
                <a:moveTo>
                  <a:pt x="2470122" y="0"/>
                </a:moveTo>
                <a:lnTo>
                  <a:pt x="5037208" y="1458369"/>
                </a:lnTo>
                <a:cubicBezTo>
                  <a:pt x="5040026" y="2418836"/>
                  <a:pt x="5042844" y="3379302"/>
                  <a:pt x="5045662" y="4339769"/>
                </a:cubicBezTo>
                <a:lnTo>
                  <a:pt x="2561576" y="5783096"/>
                </a:lnTo>
                <a:lnTo>
                  <a:pt x="24164" y="4354881"/>
                </a:lnTo>
                <a:lnTo>
                  <a:pt x="0" y="1453765"/>
                </a:lnTo>
                <a:close/>
              </a:path>
            </a:pathLst>
          </a:custGeom>
        </p:spPr>
        <p:txBody>
          <a:bodyPr wrap="square" tIns="457200">
            <a:noAutofit/>
          </a:bodyPr>
          <a:lstStyle>
            <a:lvl1pPr marL="0" indent="0" algn="ctr">
              <a:buNone/>
              <a:defRPr>
                <a:solidFill>
                  <a:schemeClr val="accent6"/>
                </a:solidFill>
              </a:defRPr>
            </a:lvl1pPr>
          </a:lstStyle>
          <a:p>
            <a:r>
              <a:rPr lang="en-US"/>
              <a:t>Click icon to add picture</a:t>
            </a:r>
            <a:endParaRPr lang="en-US" dirty="0"/>
          </a:p>
        </p:txBody>
      </p:sp>
    </p:spTree>
    <p:extLst>
      <p:ext uri="{BB962C8B-B14F-4D97-AF65-F5344CB8AC3E}">
        <p14:creationId xmlns:p14="http://schemas.microsoft.com/office/powerpoint/2010/main" val="3407711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2BC57-1D8D-9F59-24F9-1E8232279959}"/>
              </a:ext>
            </a:extLst>
          </p:cNvPr>
          <p:cNvSpPr>
            <a:spLocks noGrp="1"/>
          </p:cNvSpPr>
          <p:nvPr>
            <p:ph type="title"/>
          </p:nvPr>
        </p:nvSpPr>
        <p:spPr>
          <a:xfrm>
            <a:off x="587829" y="507076"/>
            <a:ext cx="10515600" cy="1115434"/>
          </a:xfrm>
        </p:spPr>
        <p:txBody>
          <a:bodyPr/>
          <a:lstStyle>
            <a:lvl1pPr>
              <a:defRPr>
                <a:solidFill>
                  <a:schemeClr val="accent6"/>
                </a:solidFill>
              </a:defRPr>
            </a:lvl1pPr>
          </a:lstStyle>
          <a:p>
            <a:r>
              <a:rPr lang="en-US"/>
              <a:t>Click to edit Master title style</a:t>
            </a:r>
          </a:p>
        </p:txBody>
      </p:sp>
      <p:sp>
        <p:nvSpPr>
          <p:cNvPr id="11" name="Content placeholder 47">
            <a:extLst>
              <a:ext uri="{FF2B5EF4-FFF2-40B4-BE49-F238E27FC236}">
                <a16:creationId xmlns:a16="http://schemas.microsoft.com/office/drawing/2014/main" id="{561744A6-D3EA-42C3-8E71-3BB8BA1E6149}"/>
              </a:ext>
            </a:extLst>
          </p:cNvPr>
          <p:cNvSpPr>
            <a:spLocks noGrp="1"/>
          </p:cNvSpPr>
          <p:nvPr>
            <p:ph type="chart" sz="quarter" idx="27" hasCustomPrompt="1"/>
          </p:nvPr>
        </p:nvSpPr>
        <p:spPr>
          <a:xfrm>
            <a:off x="587829" y="1622510"/>
            <a:ext cx="10889796" cy="4155757"/>
          </a:xfrm>
          <a:prstGeom prst="rect">
            <a:avLst/>
          </a:prstGeom>
        </p:spPr>
        <p:txBody>
          <a:bodyPr/>
          <a:lstStyle>
            <a:lvl1pPr>
              <a:defRPr>
                <a:solidFill>
                  <a:schemeClr val="accent6"/>
                </a:solidFill>
              </a:defRPr>
            </a:lvl1pPr>
          </a:lstStyle>
          <a:p>
            <a:r>
              <a:rPr lang="en-US" altLang="zh-CN" dirty="0"/>
              <a:t>Click to edit master text style</a:t>
            </a:r>
            <a:endParaRPr lang="zh-CN" altLang="en-US"/>
          </a:p>
        </p:txBody>
      </p:sp>
      <p:sp>
        <p:nvSpPr>
          <p:cNvPr id="3" name="Footer Placeholder 2">
            <a:extLst>
              <a:ext uri="{FF2B5EF4-FFF2-40B4-BE49-F238E27FC236}">
                <a16:creationId xmlns:a16="http://schemas.microsoft.com/office/drawing/2014/main" id="{D1C82179-6F61-D1EC-D800-74B748B37F0E}"/>
              </a:ext>
            </a:extLst>
          </p:cNvPr>
          <p:cNvSpPr>
            <a:spLocks noGrp="1"/>
          </p:cNvSpPr>
          <p:nvPr>
            <p:ph type="ftr" sz="quarter" idx="28"/>
          </p:nvPr>
        </p:nvSpPr>
        <p:spPr/>
        <p:txBody>
          <a:bodyPr/>
          <a:lstStyle>
            <a:lvl1pPr>
              <a:defRPr>
                <a:solidFill>
                  <a:schemeClr val="accent6"/>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38803A51-0211-9F66-D20B-444BC94AA39E}"/>
              </a:ext>
            </a:extLst>
          </p:cNvPr>
          <p:cNvSpPr>
            <a:spLocks noGrp="1"/>
          </p:cNvSpPr>
          <p:nvPr>
            <p:ph type="sldNum" sz="quarter" idx="29"/>
          </p:nvPr>
        </p:nvSpPr>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76827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design">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581709" y="721538"/>
            <a:ext cx="10889796" cy="1418998"/>
          </a:xfrm>
          <a:prstGeom prst="rect">
            <a:avLst/>
          </a:prstGeom>
        </p:spPr>
        <p:txBody>
          <a:bodyPr vert="horz" lIns="91440" tIns="45720" rIns="91440" bIns="45720" rtlCol="0" anchor="t">
            <a:noAutofit/>
          </a:bodyPr>
          <a:lstStyle>
            <a:lvl1pPr>
              <a:defRPr>
                <a:solidFill>
                  <a:schemeClr val="accent6"/>
                </a:solidFill>
              </a:defRPr>
            </a:lvl1pPr>
          </a:lstStyle>
          <a:p>
            <a:r>
              <a:rPr lang="en-US"/>
              <a:t>Click to edit Master title style</a:t>
            </a:r>
            <a:endParaRPr lang="en-US" dirty="0"/>
          </a:p>
        </p:txBody>
      </p:sp>
      <p:sp>
        <p:nvSpPr>
          <p:cNvPr id="10" name="Table placeholder">
            <a:extLst>
              <a:ext uri="{FF2B5EF4-FFF2-40B4-BE49-F238E27FC236}">
                <a16:creationId xmlns:a16="http://schemas.microsoft.com/office/drawing/2014/main" id="{CFC5FF09-DE50-4155-81A0-5DD9B700F205}"/>
              </a:ext>
            </a:extLst>
          </p:cNvPr>
          <p:cNvSpPr>
            <a:spLocks noGrp="1"/>
          </p:cNvSpPr>
          <p:nvPr>
            <p:ph type="tbl" sz="quarter" idx="27" hasCustomPrompt="1"/>
          </p:nvPr>
        </p:nvSpPr>
        <p:spPr>
          <a:xfrm>
            <a:off x="581709" y="1614198"/>
            <a:ext cx="10889796" cy="4317856"/>
          </a:xfrm>
          <a:prstGeom prst="rect">
            <a:avLst/>
          </a:prstGeom>
        </p:spPr>
        <p:txBody>
          <a:bodyPr>
            <a:noAutofit/>
          </a:bodyPr>
          <a:lstStyle>
            <a:lvl1pPr>
              <a:defRPr>
                <a:solidFill>
                  <a:schemeClr val="accent6"/>
                </a:solidFill>
              </a:defRPr>
            </a:lvl1pPr>
          </a:lstStyle>
          <a:p>
            <a:r>
              <a:rPr lang="en-US" altLang="zh-CN" dirty="0"/>
              <a:t>Click to edit master text style</a:t>
            </a:r>
            <a:endParaRPr lang="zh-CN" altLang="en-US"/>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lvl1pPr>
              <a:defRPr>
                <a:solidFill>
                  <a:schemeClr val="accent6"/>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BF58E95-E9E1-28E6-FB2F-DE808892233F}"/>
              </a:ext>
            </a:extLst>
          </p:cNvPr>
          <p:cNvSpPr>
            <a:spLocks noGrp="1"/>
          </p:cNvSpPr>
          <p:nvPr>
            <p:ph type="title" hasCustomPrompt="1"/>
          </p:nvPr>
        </p:nvSpPr>
        <p:spPr>
          <a:xfrm>
            <a:off x="6099079" y="1856195"/>
            <a:ext cx="4518122" cy="1688906"/>
          </a:xfrm>
        </p:spPr>
        <p:txBody>
          <a:bodyPr anchor="b">
            <a:noAutofit/>
          </a:bodyPr>
          <a:lstStyle>
            <a:lvl1pPr>
              <a:defRPr sz="2700">
                <a:latin typeface="+mn-lt"/>
              </a:defRPr>
            </a:lvl1pPr>
          </a:lstStyle>
          <a:p>
            <a:r>
              <a:rPr lang="en-US" dirty="0"/>
              <a:t>Click to edit </a:t>
            </a:r>
            <a:r>
              <a:rPr lang="en-US" altLang="zh-CN" dirty="0"/>
              <a:t>Text</a:t>
            </a:r>
            <a:r>
              <a:rPr lang="zh-CN" altLang="en-US" dirty="0"/>
              <a:t> </a:t>
            </a:r>
            <a:r>
              <a:rPr lang="en-US" dirty="0"/>
              <a:t>style</a:t>
            </a:r>
          </a:p>
        </p:txBody>
      </p:sp>
      <p:sp>
        <p:nvSpPr>
          <p:cNvPr id="11" name="subtitle 47">
            <a:extLst>
              <a:ext uri="{FF2B5EF4-FFF2-40B4-BE49-F238E27FC236}">
                <a16:creationId xmlns:a16="http://schemas.microsoft.com/office/drawing/2014/main" id="{3B45AD65-2B81-A368-E5F0-5C61D0B1DFEB}"/>
              </a:ext>
            </a:extLst>
          </p:cNvPr>
          <p:cNvSpPr>
            <a:spLocks noGrp="1"/>
          </p:cNvSpPr>
          <p:nvPr>
            <p:ph type="body" sz="quarter" idx="29" hasCustomPrompt="1"/>
          </p:nvPr>
        </p:nvSpPr>
        <p:spPr>
          <a:xfrm>
            <a:off x="6095999" y="3695015"/>
            <a:ext cx="4672693" cy="1688906"/>
          </a:xfrm>
          <a:prstGeom prst="rect">
            <a:avLst/>
          </a:prstGeom>
        </p:spPr>
        <p:txBody>
          <a:bodyPr>
            <a:noAutofit/>
          </a:bodyPr>
          <a:lstStyle>
            <a:lvl1pPr marL="0" indent="0">
              <a:lnSpc>
                <a:spcPct val="100000"/>
              </a:lnSpc>
              <a:buNone/>
              <a:defRPr sz="1500" b="0">
                <a:solidFill>
                  <a:schemeClr val="accent4"/>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4" name="Freeform: Shape 5">
            <a:extLst>
              <a:ext uri="{FF2B5EF4-FFF2-40B4-BE49-F238E27FC236}">
                <a16:creationId xmlns:a16="http://schemas.microsoft.com/office/drawing/2014/main" id="{0CA4AA19-0D07-46AB-AC12-64054BBBB499}"/>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Freeform: Shape 6">
            <a:extLst>
              <a:ext uri="{FF2B5EF4-FFF2-40B4-BE49-F238E27FC236}">
                <a16:creationId xmlns:a16="http://schemas.microsoft.com/office/drawing/2014/main" id="{DF781D9E-0DF5-4DDA-84E6-35DFB054158C}"/>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dirty="0"/>
          </a:p>
        </p:txBody>
      </p:sp>
      <p:sp>
        <p:nvSpPr>
          <p:cNvPr id="6" name="Freeform: Shape 7">
            <a:extLst>
              <a:ext uri="{FF2B5EF4-FFF2-40B4-BE49-F238E27FC236}">
                <a16:creationId xmlns:a16="http://schemas.microsoft.com/office/drawing/2014/main" id="{86BA1075-E23C-4BC9-8F67-B2E408F864D2}"/>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 name="Freeform: Shape 11">
            <a:extLst>
              <a:ext uri="{FF2B5EF4-FFF2-40B4-BE49-F238E27FC236}">
                <a16:creationId xmlns:a16="http://schemas.microsoft.com/office/drawing/2014/main" id="{B2A4CA75-D17E-243B-9C56-A63C75AF6D56}"/>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20000"/>
              <a:lumOff val="8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3" name="Footer Placeholder 2">
            <a:extLst>
              <a:ext uri="{FF2B5EF4-FFF2-40B4-BE49-F238E27FC236}">
                <a16:creationId xmlns:a16="http://schemas.microsoft.com/office/drawing/2014/main" id="{7964077E-956B-EA3A-700F-A833D82341FE}"/>
              </a:ext>
            </a:extLst>
          </p:cNvPr>
          <p:cNvSpPr>
            <a:spLocks noGrp="1"/>
          </p:cNvSpPr>
          <p:nvPr>
            <p:ph type="ftr" sz="quarter" idx="30"/>
          </p:nvPr>
        </p:nvSpPr>
        <p:spPr/>
        <p:txBody>
          <a:bodyPr>
            <a:noAutofit/>
          </a:bodyPr>
          <a:lstStyle/>
          <a:p>
            <a:r>
              <a:rPr lang="en-US" noProof="0"/>
              <a:t>Presentation title</a:t>
            </a:r>
            <a:endParaRPr lang="en-US" noProof="0" dirty="0"/>
          </a:p>
        </p:txBody>
      </p:sp>
      <p:sp>
        <p:nvSpPr>
          <p:cNvPr id="10" name="Slide Number Placeholder 9">
            <a:extLst>
              <a:ext uri="{FF2B5EF4-FFF2-40B4-BE49-F238E27FC236}">
                <a16:creationId xmlns:a16="http://schemas.microsoft.com/office/drawing/2014/main" id="{8ED455D4-27F3-B6AD-2A20-7475F307E5E4}"/>
              </a:ext>
            </a:extLst>
          </p:cNvPr>
          <p:cNvSpPr>
            <a:spLocks noGrp="1"/>
          </p:cNvSpPr>
          <p:nvPr>
            <p:ph type="sldNum" sz="quarter" idx="31"/>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125641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Team Members">
    <p:spTree>
      <p:nvGrpSpPr>
        <p:cNvPr id="1" name=""/>
        <p:cNvGrpSpPr/>
        <p:nvPr/>
      </p:nvGrpSpPr>
      <p:grpSpPr>
        <a:xfrm>
          <a:off x="0" y="0"/>
          <a:ext cx="0" cy="0"/>
          <a:chOff x="0" y="0"/>
          <a:chExt cx="0" cy="0"/>
        </a:xfrm>
      </p:grpSpPr>
      <p:sp>
        <p:nvSpPr>
          <p:cNvPr id="16" name="Title Placeholder 4">
            <a:extLst>
              <a:ext uri="{FF2B5EF4-FFF2-40B4-BE49-F238E27FC236}">
                <a16:creationId xmlns:a16="http://schemas.microsoft.com/office/drawing/2014/main" id="{DCA6F28B-ACF1-D3CB-8968-4F64BEA02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60" name="Content placeholder 47">
            <a:extLst>
              <a:ext uri="{FF2B5EF4-FFF2-40B4-BE49-F238E27FC236}">
                <a16:creationId xmlns:a16="http://schemas.microsoft.com/office/drawing/2014/main" id="{E2F72F6F-0172-47B0-8D9E-0EED383332E2}"/>
              </a:ext>
            </a:extLst>
          </p:cNvPr>
          <p:cNvSpPr>
            <a:spLocks noGrp="1"/>
          </p:cNvSpPr>
          <p:nvPr>
            <p:ph type="pic" sz="quarter" idx="48"/>
          </p:nvPr>
        </p:nvSpPr>
        <p:spPr>
          <a:xfrm>
            <a:off x="1114798"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52" name="Content placeholder 47" descr="Click icon to add picture">
            <a:extLst>
              <a:ext uri="{FF2B5EF4-FFF2-40B4-BE49-F238E27FC236}">
                <a16:creationId xmlns:a16="http://schemas.microsoft.com/office/drawing/2014/main" id="{2369DDD8-CFC2-4980-A0DB-411AA173B475}"/>
              </a:ext>
            </a:extLst>
          </p:cNvPr>
          <p:cNvSpPr>
            <a:spLocks noGrp="1"/>
          </p:cNvSpPr>
          <p:nvPr>
            <p:ph type="body" sz="quarter" idx="27" hasCustomPrompt="1"/>
          </p:nvPr>
        </p:nvSpPr>
        <p:spPr>
          <a:xfrm>
            <a:off x="1214003"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3" name="Content placeholder 47">
            <a:extLst>
              <a:ext uri="{FF2B5EF4-FFF2-40B4-BE49-F238E27FC236}">
                <a16:creationId xmlns:a16="http://schemas.microsoft.com/office/drawing/2014/main" id="{B66AC261-5929-40D2-A646-8F16675DE383}"/>
              </a:ext>
            </a:extLst>
          </p:cNvPr>
          <p:cNvSpPr>
            <a:spLocks noGrp="1"/>
          </p:cNvSpPr>
          <p:nvPr>
            <p:ph type="body" sz="quarter" idx="28" hasCustomPrompt="1"/>
          </p:nvPr>
        </p:nvSpPr>
        <p:spPr>
          <a:xfrm>
            <a:off x="1214003"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1" name="Content placeholder 47">
            <a:extLst>
              <a:ext uri="{FF2B5EF4-FFF2-40B4-BE49-F238E27FC236}">
                <a16:creationId xmlns:a16="http://schemas.microsoft.com/office/drawing/2014/main" id="{B33A9FB2-1610-4389-B352-D99255F77BEC}"/>
              </a:ext>
            </a:extLst>
          </p:cNvPr>
          <p:cNvSpPr>
            <a:spLocks noGrp="1"/>
          </p:cNvSpPr>
          <p:nvPr>
            <p:ph type="pic" sz="quarter" idx="49"/>
          </p:nvPr>
        </p:nvSpPr>
        <p:spPr>
          <a:xfrm>
            <a:off x="3623536" y="1840730"/>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DEE851A8-3FB7-B319-A053-BE08A45763C5}"/>
              </a:ext>
            </a:extLst>
          </p:cNvPr>
          <p:cNvSpPr>
            <a:spLocks noGrp="1"/>
          </p:cNvSpPr>
          <p:nvPr>
            <p:ph type="body" sz="quarter" idx="54" hasCustomPrompt="1"/>
          </p:nvPr>
        </p:nvSpPr>
        <p:spPr>
          <a:xfrm>
            <a:off x="37204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Content placeholder 47">
            <a:extLst>
              <a:ext uri="{FF2B5EF4-FFF2-40B4-BE49-F238E27FC236}">
                <a16:creationId xmlns:a16="http://schemas.microsoft.com/office/drawing/2014/main" id="{5743B59B-3EAA-B249-07CE-9C9C5B0B6AB1}"/>
              </a:ext>
            </a:extLst>
          </p:cNvPr>
          <p:cNvSpPr>
            <a:spLocks noGrp="1"/>
          </p:cNvSpPr>
          <p:nvPr>
            <p:ph type="body" sz="quarter" idx="55" hasCustomPrompt="1"/>
          </p:nvPr>
        </p:nvSpPr>
        <p:spPr>
          <a:xfrm>
            <a:off x="37204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2" name="Content placeholder 47">
            <a:extLst>
              <a:ext uri="{FF2B5EF4-FFF2-40B4-BE49-F238E27FC236}">
                <a16:creationId xmlns:a16="http://schemas.microsoft.com/office/drawing/2014/main" id="{0AC60B87-71AC-4AA8-9AE7-B3B427BACB12}"/>
              </a:ext>
            </a:extLst>
          </p:cNvPr>
          <p:cNvSpPr>
            <a:spLocks noGrp="1"/>
          </p:cNvSpPr>
          <p:nvPr>
            <p:ph type="pic" sz="quarter" idx="50"/>
          </p:nvPr>
        </p:nvSpPr>
        <p:spPr>
          <a:xfrm>
            <a:off x="6113401"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19" name="Content placeholder 47" descr="Click icon to add picture">
            <a:extLst>
              <a:ext uri="{FF2B5EF4-FFF2-40B4-BE49-F238E27FC236}">
                <a16:creationId xmlns:a16="http://schemas.microsoft.com/office/drawing/2014/main" id="{110FBA5D-2CEB-4D44-16CA-0F24099B1401}"/>
              </a:ext>
            </a:extLst>
          </p:cNvPr>
          <p:cNvSpPr>
            <a:spLocks noGrp="1"/>
          </p:cNvSpPr>
          <p:nvPr>
            <p:ph type="body" sz="quarter" idx="52" hasCustomPrompt="1"/>
          </p:nvPr>
        </p:nvSpPr>
        <p:spPr>
          <a:xfrm>
            <a:off x="6218710"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2108E774-D145-FA07-58F1-7DB37A30A596}"/>
              </a:ext>
            </a:extLst>
          </p:cNvPr>
          <p:cNvSpPr>
            <a:spLocks noGrp="1"/>
          </p:cNvSpPr>
          <p:nvPr>
            <p:ph type="body" sz="quarter" idx="53" hasCustomPrompt="1"/>
          </p:nvPr>
        </p:nvSpPr>
        <p:spPr>
          <a:xfrm>
            <a:off x="6218710"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3" name="Content placeholder 47">
            <a:extLst>
              <a:ext uri="{FF2B5EF4-FFF2-40B4-BE49-F238E27FC236}">
                <a16:creationId xmlns:a16="http://schemas.microsoft.com/office/drawing/2014/main" id="{05B25D7D-82BA-4FF5-9C92-4AD181847515}"/>
              </a:ext>
            </a:extLst>
          </p:cNvPr>
          <p:cNvSpPr>
            <a:spLocks noGrp="1"/>
          </p:cNvSpPr>
          <p:nvPr>
            <p:ph type="pic" sz="quarter" idx="51"/>
          </p:nvPr>
        </p:nvSpPr>
        <p:spPr>
          <a:xfrm>
            <a:off x="8500328" y="1836331"/>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5" name="Content placeholder 47" descr="Click icon to add picture">
            <a:extLst>
              <a:ext uri="{FF2B5EF4-FFF2-40B4-BE49-F238E27FC236}">
                <a16:creationId xmlns:a16="http://schemas.microsoft.com/office/drawing/2014/main" id="{A9C2624B-E6E6-C673-E8FF-F4BF909C3AC2}"/>
              </a:ext>
            </a:extLst>
          </p:cNvPr>
          <p:cNvSpPr>
            <a:spLocks noGrp="1"/>
          </p:cNvSpPr>
          <p:nvPr>
            <p:ph type="body" sz="quarter" idx="56" hasCustomPrompt="1"/>
          </p:nvPr>
        </p:nvSpPr>
        <p:spPr>
          <a:xfrm>
            <a:off x="86353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a:extLst>
              <a:ext uri="{FF2B5EF4-FFF2-40B4-BE49-F238E27FC236}">
                <a16:creationId xmlns:a16="http://schemas.microsoft.com/office/drawing/2014/main" id="{A003837A-CCD7-3699-D86F-CB884CA4C675}"/>
              </a:ext>
            </a:extLst>
          </p:cNvPr>
          <p:cNvSpPr>
            <a:spLocks noGrp="1"/>
          </p:cNvSpPr>
          <p:nvPr>
            <p:ph type="body" sz="quarter" idx="57" hasCustomPrompt="1"/>
          </p:nvPr>
        </p:nvSpPr>
        <p:spPr>
          <a:xfrm>
            <a:off x="86353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 name="Footer Placeholder 1">
            <a:extLst>
              <a:ext uri="{FF2B5EF4-FFF2-40B4-BE49-F238E27FC236}">
                <a16:creationId xmlns:a16="http://schemas.microsoft.com/office/drawing/2014/main" id="{89028585-56FF-7B3D-783D-D06964F7C099}"/>
              </a:ext>
            </a:extLst>
          </p:cNvPr>
          <p:cNvSpPr>
            <a:spLocks noGrp="1"/>
          </p:cNvSpPr>
          <p:nvPr>
            <p:ph type="ftr" sz="quarter" idx="58"/>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7D090978-DDC9-0FA2-2CFD-733C8B854F3C}"/>
              </a:ext>
            </a:extLst>
          </p:cNvPr>
          <p:cNvSpPr>
            <a:spLocks noGrp="1"/>
          </p:cNvSpPr>
          <p:nvPr>
            <p:ph type="sldNum" sz="quarter" idx="5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26368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 Team Member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92FA2A-46BA-2A19-C3CE-EC6985867B92}"/>
              </a:ext>
            </a:extLst>
          </p:cNvPr>
          <p:cNvSpPr>
            <a:spLocks noGrp="1"/>
          </p:cNvSpPr>
          <p:nvPr>
            <p:ph type="title"/>
          </p:nvPr>
        </p:nvSpPr>
        <p:spPr>
          <a:xfrm>
            <a:off x="509574" y="2367293"/>
            <a:ext cx="3909993" cy="3629708"/>
          </a:xfrm>
        </p:spPr>
        <p:txBody>
          <a:bodyPr anchor="t">
            <a:noAutofit/>
          </a:bodyPr>
          <a:lstStyle>
            <a:lvl1pPr>
              <a:defRPr>
                <a:solidFill>
                  <a:schemeClr val="accent6"/>
                </a:solidFill>
              </a:defRPr>
            </a:lvl1pPr>
          </a:lstStyle>
          <a:p>
            <a:r>
              <a:rPr lang="en-US"/>
              <a:t>Click to edit Master title style</a:t>
            </a:r>
            <a:endParaRPr lang="en-US" dirty="0"/>
          </a:p>
        </p:txBody>
      </p:sp>
      <p:sp>
        <p:nvSpPr>
          <p:cNvPr id="38" name="Content placeholder 47">
            <a:extLst>
              <a:ext uri="{FF2B5EF4-FFF2-40B4-BE49-F238E27FC236}">
                <a16:creationId xmlns:a16="http://schemas.microsoft.com/office/drawing/2014/main" id="{BF9EDF7D-3BB1-43C0-92BB-091CCC520477}"/>
              </a:ext>
            </a:extLst>
          </p:cNvPr>
          <p:cNvSpPr>
            <a:spLocks noGrp="1"/>
          </p:cNvSpPr>
          <p:nvPr>
            <p:ph type="pic" sz="quarter" idx="48"/>
          </p:nvPr>
        </p:nvSpPr>
        <p:spPr>
          <a:xfrm>
            <a:off x="426979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39" name="Content placeholder 47" descr="Click icon to add picture">
            <a:extLst>
              <a:ext uri="{FF2B5EF4-FFF2-40B4-BE49-F238E27FC236}">
                <a16:creationId xmlns:a16="http://schemas.microsoft.com/office/drawing/2014/main" id="{15896C2C-7C25-4BC0-AF9B-DF590A2909AA}"/>
              </a:ext>
            </a:extLst>
          </p:cNvPr>
          <p:cNvSpPr>
            <a:spLocks noGrp="1"/>
          </p:cNvSpPr>
          <p:nvPr>
            <p:ph type="body" sz="quarter" idx="27" hasCustomPrompt="1"/>
          </p:nvPr>
        </p:nvSpPr>
        <p:spPr>
          <a:xfrm>
            <a:off x="5520210" y="522515"/>
            <a:ext cx="2289842" cy="626551"/>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CAC554EF-FF8F-4055-A716-E82F461413B7}"/>
              </a:ext>
            </a:extLst>
          </p:cNvPr>
          <p:cNvSpPr>
            <a:spLocks noGrp="1"/>
          </p:cNvSpPr>
          <p:nvPr>
            <p:ph type="body" sz="quarter" idx="28" hasCustomPrompt="1"/>
          </p:nvPr>
        </p:nvSpPr>
        <p:spPr>
          <a:xfrm>
            <a:off x="5520211" y="1165881"/>
            <a:ext cx="2289842" cy="506399"/>
          </a:xfrm>
          <a:prstGeom prst="rect">
            <a:avLst/>
          </a:prstGeom>
        </p:spPr>
        <p:txBody>
          <a:bodyPr>
            <a:noAutofit/>
          </a:bodyPr>
          <a:lstStyle>
            <a:lvl1pPr marL="0" indent="0" algn="l">
              <a:lnSpc>
                <a:spcPct val="90000"/>
              </a:lnSpc>
              <a:spcBef>
                <a:spcPts val="0"/>
              </a:spcBef>
              <a:buNone/>
              <a:defRPr sz="1400" b="0"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56" name="Content placeholder 47">
            <a:extLst>
              <a:ext uri="{FF2B5EF4-FFF2-40B4-BE49-F238E27FC236}">
                <a16:creationId xmlns:a16="http://schemas.microsoft.com/office/drawing/2014/main" id="{4F0742C0-A9F2-4886-B17E-6915399483C3}"/>
              </a:ext>
            </a:extLst>
          </p:cNvPr>
          <p:cNvSpPr>
            <a:spLocks noGrp="1"/>
          </p:cNvSpPr>
          <p:nvPr>
            <p:ph type="pic" sz="quarter" idx="72"/>
          </p:nvPr>
        </p:nvSpPr>
        <p:spPr>
          <a:xfrm>
            <a:off x="805991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1" name="Content placeholder 47" descr="Click icon to add picture">
            <a:extLst>
              <a:ext uri="{FF2B5EF4-FFF2-40B4-BE49-F238E27FC236}">
                <a16:creationId xmlns:a16="http://schemas.microsoft.com/office/drawing/2014/main" id="{CE3DC674-39AB-43B9-AC30-97A68D221596}"/>
              </a:ext>
            </a:extLst>
          </p:cNvPr>
          <p:cNvSpPr>
            <a:spLocks noGrp="1"/>
          </p:cNvSpPr>
          <p:nvPr>
            <p:ph type="body" sz="quarter" idx="55" hasCustomPrompt="1"/>
          </p:nvPr>
        </p:nvSpPr>
        <p:spPr>
          <a:xfrm>
            <a:off x="9309889" y="642667"/>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2" name="Content placeholder 47">
            <a:extLst>
              <a:ext uri="{FF2B5EF4-FFF2-40B4-BE49-F238E27FC236}">
                <a16:creationId xmlns:a16="http://schemas.microsoft.com/office/drawing/2014/main" id="{F12189CA-0E22-41A5-91FD-03761860993D}"/>
              </a:ext>
            </a:extLst>
          </p:cNvPr>
          <p:cNvSpPr>
            <a:spLocks noGrp="1"/>
          </p:cNvSpPr>
          <p:nvPr>
            <p:ph type="body" sz="quarter" idx="56" hasCustomPrompt="1"/>
          </p:nvPr>
        </p:nvSpPr>
        <p:spPr>
          <a:xfrm>
            <a:off x="9309891" y="1165881"/>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8" name="Content placeholder 47">
            <a:extLst>
              <a:ext uri="{FF2B5EF4-FFF2-40B4-BE49-F238E27FC236}">
                <a16:creationId xmlns:a16="http://schemas.microsoft.com/office/drawing/2014/main" id="{A962C62E-F92F-445A-9243-8B433747A548}"/>
              </a:ext>
            </a:extLst>
          </p:cNvPr>
          <p:cNvSpPr>
            <a:spLocks noGrp="1"/>
          </p:cNvSpPr>
          <p:nvPr>
            <p:ph type="pic" sz="quarter" idx="69"/>
          </p:nvPr>
        </p:nvSpPr>
        <p:spPr>
          <a:xfrm>
            <a:off x="426979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descr="Click icon to add picture">
            <a:extLst>
              <a:ext uri="{FF2B5EF4-FFF2-40B4-BE49-F238E27FC236}">
                <a16:creationId xmlns:a16="http://schemas.microsoft.com/office/drawing/2014/main" id="{DE6F9463-BB2D-43FC-BE8F-21D3F9A2539C}"/>
              </a:ext>
            </a:extLst>
          </p:cNvPr>
          <p:cNvSpPr>
            <a:spLocks noGrp="1"/>
          </p:cNvSpPr>
          <p:nvPr>
            <p:ph type="body" sz="quarter" idx="57" hasCustomPrompt="1"/>
          </p:nvPr>
        </p:nvSpPr>
        <p:spPr>
          <a:xfrm>
            <a:off x="5520210" y="2105171"/>
            <a:ext cx="2193021" cy="617418"/>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4" name="Content placeholder 47">
            <a:extLst>
              <a:ext uri="{FF2B5EF4-FFF2-40B4-BE49-F238E27FC236}">
                <a16:creationId xmlns:a16="http://schemas.microsoft.com/office/drawing/2014/main" id="{7DF27694-08A2-4530-B763-5A9B9D4DC6E0}"/>
              </a:ext>
            </a:extLst>
          </p:cNvPr>
          <p:cNvSpPr>
            <a:spLocks noGrp="1"/>
          </p:cNvSpPr>
          <p:nvPr>
            <p:ph type="body" sz="quarter" idx="58" hasCustomPrompt="1"/>
          </p:nvPr>
        </p:nvSpPr>
        <p:spPr>
          <a:xfrm>
            <a:off x="5520212" y="2739721"/>
            <a:ext cx="2193021" cy="506399"/>
          </a:xfrm>
          <a:prstGeom prst="rect">
            <a:avLst/>
          </a:prstGeom>
        </p:spPr>
        <p:txBody>
          <a:bodyPr>
            <a:noAutofit/>
          </a:bodyPr>
          <a:lstStyle>
            <a:lvl1pPr marL="0" indent="0" algn="l">
              <a:lnSpc>
                <a:spcPct val="100000"/>
              </a:lnSpc>
              <a:spcBef>
                <a:spcPts val="0"/>
              </a:spcBef>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1" name="Content placeholder 47">
            <a:extLst>
              <a:ext uri="{FF2B5EF4-FFF2-40B4-BE49-F238E27FC236}">
                <a16:creationId xmlns:a16="http://schemas.microsoft.com/office/drawing/2014/main" id="{2EA753B3-D0BB-4484-85D1-E28345D99F4C}"/>
              </a:ext>
            </a:extLst>
          </p:cNvPr>
          <p:cNvSpPr>
            <a:spLocks noGrp="1"/>
          </p:cNvSpPr>
          <p:nvPr>
            <p:ph type="pic" sz="quarter" idx="73"/>
          </p:nvPr>
        </p:nvSpPr>
        <p:spPr>
          <a:xfrm>
            <a:off x="805991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dirty="0"/>
          </a:p>
        </p:txBody>
      </p:sp>
      <p:sp>
        <p:nvSpPr>
          <p:cNvPr id="45" name="Content placeholder 47" descr="Click icon to add picture">
            <a:extLst>
              <a:ext uri="{FF2B5EF4-FFF2-40B4-BE49-F238E27FC236}">
                <a16:creationId xmlns:a16="http://schemas.microsoft.com/office/drawing/2014/main" id="{20398AA4-3D68-487D-BE7C-9F1D45E3F5FF}"/>
              </a:ext>
            </a:extLst>
          </p:cNvPr>
          <p:cNvSpPr>
            <a:spLocks noGrp="1"/>
          </p:cNvSpPr>
          <p:nvPr>
            <p:ph type="body" sz="quarter" idx="59" hasCustomPrompt="1"/>
          </p:nvPr>
        </p:nvSpPr>
        <p:spPr>
          <a:xfrm>
            <a:off x="9309890" y="2032203"/>
            <a:ext cx="2098039" cy="701144"/>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6" name="Content placeholder 47">
            <a:extLst>
              <a:ext uri="{FF2B5EF4-FFF2-40B4-BE49-F238E27FC236}">
                <a16:creationId xmlns:a16="http://schemas.microsoft.com/office/drawing/2014/main" id="{6B623D7A-5E96-42AB-9B1F-14E445503187}"/>
              </a:ext>
            </a:extLst>
          </p:cNvPr>
          <p:cNvSpPr>
            <a:spLocks noGrp="1"/>
          </p:cNvSpPr>
          <p:nvPr>
            <p:ph type="body" sz="quarter" idx="60" hasCustomPrompt="1"/>
          </p:nvPr>
        </p:nvSpPr>
        <p:spPr>
          <a:xfrm>
            <a:off x="9309890" y="274640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9" name="Content placeholder 47">
            <a:extLst>
              <a:ext uri="{FF2B5EF4-FFF2-40B4-BE49-F238E27FC236}">
                <a16:creationId xmlns:a16="http://schemas.microsoft.com/office/drawing/2014/main" id="{EAA5B0EA-1F3B-4D8B-9BB9-F9037A393705}"/>
              </a:ext>
            </a:extLst>
          </p:cNvPr>
          <p:cNvSpPr>
            <a:spLocks noGrp="1"/>
          </p:cNvSpPr>
          <p:nvPr>
            <p:ph type="pic" sz="quarter" idx="70"/>
          </p:nvPr>
        </p:nvSpPr>
        <p:spPr>
          <a:xfrm>
            <a:off x="426979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7" name="Content placeholder 47" descr="Click icon to add picture">
            <a:extLst>
              <a:ext uri="{FF2B5EF4-FFF2-40B4-BE49-F238E27FC236}">
                <a16:creationId xmlns:a16="http://schemas.microsoft.com/office/drawing/2014/main" id="{2C93687D-1E42-4B01-9F16-9FA098CE1153}"/>
              </a:ext>
            </a:extLst>
          </p:cNvPr>
          <p:cNvSpPr>
            <a:spLocks noGrp="1"/>
          </p:cNvSpPr>
          <p:nvPr>
            <p:ph type="body" sz="quarter" idx="61" hasCustomPrompt="1"/>
          </p:nvPr>
        </p:nvSpPr>
        <p:spPr>
          <a:xfrm>
            <a:off x="5520210"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0" name="Content placeholder 47">
            <a:extLst>
              <a:ext uri="{FF2B5EF4-FFF2-40B4-BE49-F238E27FC236}">
                <a16:creationId xmlns:a16="http://schemas.microsoft.com/office/drawing/2014/main" id="{7AB91474-458B-45F7-9773-FA375C2CF7FD}"/>
              </a:ext>
            </a:extLst>
          </p:cNvPr>
          <p:cNvSpPr>
            <a:spLocks noGrp="1"/>
          </p:cNvSpPr>
          <p:nvPr>
            <p:ph type="body" sz="quarter" idx="62" hasCustomPrompt="1"/>
          </p:nvPr>
        </p:nvSpPr>
        <p:spPr>
          <a:xfrm>
            <a:off x="552021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2" name="Content placeholder 47">
            <a:extLst>
              <a:ext uri="{FF2B5EF4-FFF2-40B4-BE49-F238E27FC236}">
                <a16:creationId xmlns:a16="http://schemas.microsoft.com/office/drawing/2014/main" id="{52E587E7-A09A-4FB2-8774-8073E737F106}"/>
              </a:ext>
            </a:extLst>
          </p:cNvPr>
          <p:cNvSpPr>
            <a:spLocks noGrp="1"/>
          </p:cNvSpPr>
          <p:nvPr>
            <p:ph type="pic" sz="quarter" idx="74"/>
          </p:nvPr>
        </p:nvSpPr>
        <p:spPr>
          <a:xfrm>
            <a:off x="805991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1" name="Content placeholder 47" descr="Click icon to add picture">
            <a:extLst>
              <a:ext uri="{FF2B5EF4-FFF2-40B4-BE49-F238E27FC236}">
                <a16:creationId xmlns:a16="http://schemas.microsoft.com/office/drawing/2014/main" id="{FBF01DC7-D684-4484-B2AA-B50F7B1A00DA}"/>
              </a:ext>
            </a:extLst>
          </p:cNvPr>
          <p:cNvSpPr>
            <a:spLocks noGrp="1"/>
          </p:cNvSpPr>
          <p:nvPr>
            <p:ph type="body" sz="quarter" idx="63" hasCustomPrompt="1"/>
          </p:nvPr>
        </p:nvSpPr>
        <p:spPr>
          <a:xfrm>
            <a:off x="9309889"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2" name="Content placeholder 47">
            <a:extLst>
              <a:ext uri="{FF2B5EF4-FFF2-40B4-BE49-F238E27FC236}">
                <a16:creationId xmlns:a16="http://schemas.microsoft.com/office/drawing/2014/main" id="{6046C90F-8A25-4E70-9BC9-4496C6B94EBC}"/>
              </a:ext>
            </a:extLst>
          </p:cNvPr>
          <p:cNvSpPr>
            <a:spLocks noGrp="1"/>
          </p:cNvSpPr>
          <p:nvPr>
            <p:ph type="body" sz="quarter" idx="64" hasCustomPrompt="1"/>
          </p:nvPr>
        </p:nvSpPr>
        <p:spPr>
          <a:xfrm>
            <a:off x="930989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5" name="Content placeholder 47">
            <a:extLst>
              <a:ext uri="{FF2B5EF4-FFF2-40B4-BE49-F238E27FC236}">
                <a16:creationId xmlns:a16="http://schemas.microsoft.com/office/drawing/2014/main" id="{D05B9A22-6B21-40BB-BBC1-9586C432A97B}"/>
              </a:ext>
            </a:extLst>
          </p:cNvPr>
          <p:cNvSpPr>
            <a:spLocks noGrp="1"/>
          </p:cNvSpPr>
          <p:nvPr>
            <p:ph type="pic" sz="quarter" idx="71"/>
          </p:nvPr>
        </p:nvSpPr>
        <p:spPr>
          <a:xfrm>
            <a:off x="426979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3" name="Content placeholder 47" descr="Click icon to add picture">
            <a:extLst>
              <a:ext uri="{FF2B5EF4-FFF2-40B4-BE49-F238E27FC236}">
                <a16:creationId xmlns:a16="http://schemas.microsoft.com/office/drawing/2014/main" id="{F5E2B418-8D0E-4995-A3ED-4348C6F4A1AF}"/>
              </a:ext>
            </a:extLst>
          </p:cNvPr>
          <p:cNvSpPr>
            <a:spLocks noGrp="1"/>
          </p:cNvSpPr>
          <p:nvPr>
            <p:ph type="body" sz="quarter" idx="65" hasCustomPrompt="1"/>
          </p:nvPr>
        </p:nvSpPr>
        <p:spPr>
          <a:xfrm>
            <a:off x="5520210"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8" name="Content placeholder 47">
            <a:extLst>
              <a:ext uri="{FF2B5EF4-FFF2-40B4-BE49-F238E27FC236}">
                <a16:creationId xmlns:a16="http://schemas.microsoft.com/office/drawing/2014/main" id="{90A2A6E4-4D11-4F28-9D68-BC28580EBC05}"/>
              </a:ext>
            </a:extLst>
          </p:cNvPr>
          <p:cNvSpPr>
            <a:spLocks noGrp="1"/>
          </p:cNvSpPr>
          <p:nvPr>
            <p:ph type="body" sz="quarter" idx="66" hasCustomPrompt="1"/>
          </p:nvPr>
        </p:nvSpPr>
        <p:spPr>
          <a:xfrm>
            <a:off x="552021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3" name="Content placeholder 47">
            <a:extLst>
              <a:ext uri="{FF2B5EF4-FFF2-40B4-BE49-F238E27FC236}">
                <a16:creationId xmlns:a16="http://schemas.microsoft.com/office/drawing/2014/main" id="{A74DEBE4-2F74-4EB7-9501-8D37A3151B2A}"/>
              </a:ext>
            </a:extLst>
          </p:cNvPr>
          <p:cNvSpPr>
            <a:spLocks noGrp="1"/>
          </p:cNvSpPr>
          <p:nvPr>
            <p:ph type="pic" sz="quarter" idx="75"/>
          </p:nvPr>
        </p:nvSpPr>
        <p:spPr>
          <a:xfrm>
            <a:off x="805991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9" name="Content placeholder 47" descr="Click icon to add picture">
            <a:extLst>
              <a:ext uri="{FF2B5EF4-FFF2-40B4-BE49-F238E27FC236}">
                <a16:creationId xmlns:a16="http://schemas.microsoft.com/office/drawing/2014/main" id="{070D69EE-1032-4604-B201-FD13AE846E9E}"/>
              </a:ext>
            </a:extLst>
          </p:cNvPr>
          <p:cNvSpPr>
            <a:spLocks noGrp="1"/>
          </p:cNvSpPr>
          <p:nvPr>
            <p:ph type="body" sz="quarter" idx="67" hasCustomPrompt="1"/>
          </p:nvPr>
        </p:nvSpPr>
        <p:spPr>
          <a:xfrm>
            <a:off x="9313612"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0" name="Content placeholder 47">
            <a:extLst>
              <a:ext uri="{FF2B5EF4-FFF2-40B4-BE49-F238E27FC236}">
                <a16:creationId xmlns:a16="http://schemas.microsoft.com/office/drawing/2014/main" id="{B65187B8-CD7A-46B0-A851-E2456586E758}"/>
              </a:ext>
            </a:extLst>
          </p:cNvPr>
          <p:cNvSpPr>
            <a:spLocks noGrp="1"/>
          </p:cNvSpPr>
          <p:nvPr>
            <p:ph type="body" sz="quarter" idx="68" hasCustomPrompt="1"/>
          </p:nvPr>
        </p:nvSpPr>
        <p:spPr>
          <a:xfrm>
            <a:off x="930989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 name="Footer Placeholder 4">
            <a:extLst>
              <a:ext uri="{FF2B5EF4-FFF2-40B4-BE49-F238E27FC236}">
                <a16:creationId xmlns:a16="http://schemas.microsoft.com/office/drawing/2014/main" id="{B2964988-2386-5A15-B085-00BD5D58E53C}"/>
              </a:ext>
            </a:extLst>
          </p:cNvPr>
          <p:cNvSpPr>
            <a:spLocks noGrp="1"/>
          </p:cNvSpPr>
          <p:nvPr>
            <p:ph type="ftr" sz="quarter" idx="76"/>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062CC095-C330-BF75-42CE-50A46EAD82C5}"/>
              </a:ext>
            </a:extLst>
          </p:cNvPr>
          <p:cNvSpPr>
            <a:spLocks noGrp="1"/>
          </p:cNvSpPr>
          <p:nvPr>
            <p:ph type="sldNum" sz="quarter" idx="77"/>
          </p:nvPr>
        </p:nvSpPr>
        <p:spPr/>
        <p:txBody>
          <a:bodyPr>
            <a:noAutofit/>
          </a:bodyPr>
          <a:lstStyle>
            <a:lvl1pPr>
              <a:defRPr b="0">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743117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with Icons">
    <p:spTree>
      <p:nvGrpSpPr>
        <p:cNvPr id="1" name=""/>
        <p:cNvGrpSpPr/>
        <p:nvPr/>
      </p:nvGrpSpPr>
      <p:grpSpPr>
        <a:xfrm>
          <a:off x="0" y="0"/>
          <a:ext cx="0" cy="0"/>
          <a:chOff x="0" y="0"/>
          <a:chExt cx="0" cy="0"/>
        </a:xfrm>
      </p:grpSpPr>
      <p:sp>
        <p:nvSpPr>
          <p:cNvPr id="4" name="Freeform: Shape 6">
            <a:extLst>
              <a:ext uri="{FF2B5EF4-FFF2-40B4-BE49-F238E27FC236}">
                <a16:creationId xmlns:a16="http://schemas.microsoft.com/office/drawing/2014/main" id="{A533F602-EEC9-45F6-8223-8C8F4914919D}"/>
              </a:ext>
            </a:extLst>
          </p:cNvPr>
          <p:cNvSpPr/>
          <p:nvPr userDrawn="1"/>
        </p:nvSpPr>
        <p:spPr>
          <a:xfrm>
            <a:off x="2121636" y="2070606"/>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5" name="Freeform: Shape 7">
            <a:extLst>
              <a:ext uri="{FF2B5EF4-FFF2-40B4-BE49-F238E27FC236}">
                <a16:creationId xmlns:a16="http://schemas.microsoft.com/office/drawing/2014/main" id="{08F73F8C-5CF8-4470-AE2B-8E6D7952FF3E}"/>
              </a:ext>
            </a:extLst>
          </p:cNvPr>
          <p:cNvSpPr/>
          <p:nvPr userDrawn="1"/>
        </p:nvSpPr>
        <p:spPr>
          <a:xfrm>
            <a:off x="4174867" y="207344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Freeform: Shape 8">
            <a:extLst>
              <a:ext uri="{FF2B5EF4-FFF2-40B4-BE49-F238E27FC236}">
                <a16:creationId xmlns:a16="http://schemas.microsoft.com/office/drawing/2014/main" id="{1299AD72-44AB-4D37-ABBB-9E295508DDB5}"/>
              </a:ext>
            </a:extLst>
          </p:cNvPr>
          <p:cNvSpPr/>
          <p:nvPr userDrawn="1"/>
        </p:nvSpPr>
        <p:spPr>
          <a:xfrm>
            <a:off x="6308379" y="206452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7" name="Freeform: Shape 9">
            <a:extLst>
              <a:ext uri="{FF2B5EF4-FFF2-40B4-BE49-F238E27FC236}">
                <a16:creationId xmlns:a16="http://schemas.microsoft.com/office/drawing/2014/main" id="{834981F1-A16D-4CA2-8001-0D2A65539268}"/>
              </a:ext>
            </a:extLst>
          </p:cNvPr>
          <p:cNvSpPr/>
          <p:nvPr userDrawn="1"/>
        </p:nvSpPr>
        <p:spPr>
          <a:xfrm>
            <a:off x="8407152" y="206898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31" name="Content placeholder 47" descr="Click icon to add picture">
            <a:extLst>
              <a:ext uri="{FF2B5EF4-FFF2-40B4-BE49-F238E27FC236}">
                <a16:creationId xmlns:a16="http://schemas.microsoft.com/office/drawing/2014/main" id="{7AA46292-B7E4-4DB5-85D0-C4F19D66F86C}"/>
              </a:ext>
            </a:extLst>
          </p:cNvPr>
          <p:cNvSpPr>
            <a:spLocks noGrp="1"/>
          </p:cNvSpPr>
          <p:nvPr>
            <p:ph type="body" sz="quarter" idx="27" hasCustomPrompt="1"/>
          </p:nvPr>
        </p:nvSpPr>
        <p:spPr>
          <a:xfrm>
            <a:off x="821770"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2" name="Content placeholder 47">
            <a:extLst>
              <a:ext uri="{FF2B5EF4-FFF2-40B4-BE49-F238E27FC236}">
                <a16:creationId xmlns:a16="http://schemas.microsoft.com/office/drawing/2014/main" id="{382E7D57-1A1A-432F-AEA9-9730DEE1572B}"/>
              </a:ext>
            </a:extLst>
          </p:cNvPr>
          <p:cNvSpPr>
            <a:spLocks noGrp="1"/>
          </p:cNvSpPr>
          <p:nvPr>
            <p:ph type="body" sz="quarter" idx="28" hasCustomPrompt="1"/>
          </p:nvPr>
        </p:nvSpPr>
        <p:spPr>
          <a:xfrm>
            <a:off x="912627"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3" name="Content placeholder 47" descr="Click icon to add picture">
            <a:extLst>
              <a:ext uri="{FF2B5EF4-FFF2-40B4-BE49-F238E27FC236}">
                <a16:creationId xmlns:a16="http://schemas.microsoft.com/office/drawing/2014/main" id="{E51F0384-440E-45B9-91E7-78CA13DE0B98}"/>
              </a:ext>
            </a:extLst>
          </p:cNvPr>
          <p:cNvSpPr>
            <a:spLocks noGrp="1"/>
          </p:cNvSpPr>
          <p:nvPr>
            <p:ph type="body" sz="quarter" idx="49" hasCustomPrompt="1"/>
          </p:nvPr>
        </p:nvSpPr>
        <p:spPr>
          <a:xfrm>
            <a:off x="2888314"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a:extLst>
              <a:ext uri="{FF2B5EF4-FFF2-40B4-BE49-F238E27FC236}">
                <a16:creationId xmlns:a16="http://schemas.microsoft.com/office/drawing/2014/main" id="{35EAE525-3692-40E8-894E-B19171FF64F6}"/>
              </a:ext>
            </a:extLst>
          </p:cNvPr>
          <p:cNvSpPr>
            <a:spLocks noGrp="1"/>
          </p:cNvSpPr>
          <p:nvPr>
            <p:ph type="body" sz="quarter" idx="50" hasCustomPrompt="1"/>
          </p:nvPr>
        </p:nvSpPr>
        <p:spPr>
          <a:xfrm>
            <a:off x="2979171"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5" name="Content placeholder 47" descr="Click icon to add picture">
            <a:extLst>
              <a:ext uri="{FF2B5EF4-FFF2-40B4-BE49-F238E27FC236}">
                <a16:creationId xmlns:a16="http://schemas.microsoft.com/office/drawing/2014/main" id="{847DC539-F391-4470-96EB-486AB02DADBB}"/>
              </a:ext>
            </a:extLst>
          </p:cNvPr>
          <p:cNvSpPr>
            <a:spLocks noGrp="1"/>
          </p:cNvSpPr>
          <p:nvPr>
            <p:ph type="body" sz="quarter" idx="51" hasCustomPrompt="1"/>
          </p:nvPr>
        </p:nvSpPr>
        <p:spPr>
          <a:xfrm>
            <a:off x="5073898"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6" name="Content placeholder 47">
            <a:extLst>
              <a:ext uri="{FF2B5EF4-FFF2-40B4-BE49-F238E27FC236}">
                <a16:creationId xmlns:a16="http://schemas.microsoft.com/office/drawing/2014/main" id="{50988645-D146-4AFE-B87D-279279577176}"/>
              </a:ext>
            </a:extLst>
          </p:cNvPr>
          <p:cNvSpPr>
            <a:spLocks noGrp="1"/>
          </p:cNvSpPr>
          <p:nvPr>
            <p:ph type="body" sz="quarter" idx="52" hasCustomPrompt="1"/>
          </p:nvPr>
        </p:nvSpPr>
        <p:spPr>
          <a:xfrm>
            <a:off x="5164755"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7" name="Content placeholder 47" descr="Click icon to add picture">
            <a:extLst>
              <a:ext uri="{FF2B5EF4-FFF2-40B4-BE49-F238E27FC236}">
                <a16:creationId xmlns:a16="http://schemas.microsoft.com/office/drawing/2014/main" id="{6712E8AC-14E0-42CC-8037-7C1D0E044B61}"/>
              </a:ext>
            </a:extLst>
          </p:cNvPr>
          <p:cNvSpPr>
            <a:spLocks noGrp="1"/>
          </p:cNvSpPr>
          <p:nvPr>
            <p:ph type="body" sz="quarter" idx="53" hasCustomPrompt="1"/>
          </p:nvPr>
        </p:nvSpPr>
        <p:spPr>
          <a:xfrm>
            <a:off x="7259482"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8" name="Content placeholder 47">
            <a:extLst>
              <a:ext uri="{FF2B5EF4-FFF2-40B4-BE49-F238E27FC236}">
                <a16:creationId xmlns:a16="http://schemas.microsoft.com/office/drawing/2014/main" id="{C68DF822-6F14-4839-BD33-6874C8136EE0}"/>
              </a:ext>
            </a:extLst>
          </p:cNvPr>
          <p:cNvSpPr>
            <a:spLocks noGrp="1"/>
          </p:cNvSpPr>
          <p:nvPr>
            <p:ph type="body" sz="quarter" idx="54" hasCustomPrompt="1"/>
          </p:nvPr>
        </p:nvSpPr>
        <p:spPr>
          <a:xfrm>
            <a:off x="7350339"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9" name="Content placeholder 47" descr="Click icon to add picture">
            <a:extLst>
              <a:ext uri="{FF2B5EF4-FFF2-40B4-BE49-F238E27FC236}">
                <a16:creationId xmlns:a16="http://schemas.microsoft.com/office/drawing/2014/main" id="{2D1F75C7-DA21-4400-B066-F38190B4F520}"/>
              </a:ext>
            </a:extLst>
          </p:cNvPr>
          <p:cNvSpPr>
            <a:spLocks noGrp="1"/>
          </p:cNvSpPr>
          <p:nvPr>
            <p:ph type="body" sz="quarter" idx="55" hasCustomPrompt="1"/>
          </p:nvPr>
        </p:nvSpPr>
        <p:spPr>
          <a:xfrm>
            <a:off x="9445066"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F7CF6BF0-A40D-4F18-B9DF-D9C4106065D2}"/>
              </a:ext>
            </a:extLst>
          </p:cNvPr>
          <p:cNvSpPr>
            <a:spLocks noGrp="1"/>
          </p:cNvSpPr>
          <p:nvPr>
            <p:ph type="body" sz="quarter" idx="56" hasCustomPrompt="1"/>
          </p:nvPr>
        </p:nvSpPr>
        <p:spPr>
          <a:xfrm>
            <a:off x="9535923"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41" name="Content placeholder 47">
            <a:extLst>
              <a:ext uri="{FF2B5EF4-FFF2-40B4-BE49-F238E27FC236}">
                <a16:creationId xmlns:a16="http://schemas.microsoft.com/office/drawing/2014/main" id="{95C6B2A2-937E-4C7D-92E3-8A105DD43A98}"/>
              </a:ext>
            </a:extLst>
          </p:cNvPr>
          <p:cNvSpPr>
            <a:spLocks noGrp="1"/>
          </p:cNvSpPr>
          <p:nvPr>
            <p:ph type="pic" sz="quarter" idx="57"/>
          </p:nvPr>
        </p:nvSpPr>
        <p:spPr>
          <a:xfrm>
            <a:off x="983282"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2" name="Content placeholder 47">
            <a:extLst>
              <a:ext uri="{FF2B5EF4-FFF2-40B4-BE49-F238E27FC236}">
                <a16:creationId xmlns:a16="http://schemas.microsoft.com/office/drawing/2014/main" id="{A9ECEF10-95EB-4F03-B3B1-8FC0E421618E}"/>
              </a:ext>
            </a:extLst>
          </p:cNvPr>
          <p:cNvSpPr>
            <a:spLocks noGrp="1"/>
          </p:cNvSpPr>
          <p:nvPr>
            <p:ph type="pic" sz="quarter" idx="58"/>
          </p:nvPr>
        </p:nvSpPr>
        <p:spPr>
          <a:xfrm>
            <a:off x="310934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a:extLst>
              <a:ext uri="{FF2B5EF4-FFF2-40B4-BE49-F238E27FC236}">
                <a16:creationId xmlns:a16="http://schemas.microsoft.com/office/drawing/2014/main" id="{12D92FE1-9874-49B8-8FDC-F903A4843015}"/>
              </a:ext>
            </a:extLst>
          </p:cNvPr>
          <p:cNvSpPr>
            <a:spLocks noGrp="1"/>
          </p:cNvSpPr>
          <p:nvPr>
            <p:ph type="pic" sz="quarter" idx="59"/>
          </p:nvPr>
        </p:nvSpPr>
        <p:spPr>
          <a:xfrm>
            <a:off x="5235410"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4" name="Content placeholder 47">
            <a:extLst>
              <a:ext uri="{FF2B5EF4-FFF2-40B4-BE49-F238E27FC236}">
                <a16:creationId xmlns:a16="http://schemas.microsoft.com/office/drawing/2014/main" id="{12070F52-AB91-476E-9FE0-5403568A11DD}"/>
              </a:ext>
            </a:extLst>
          </p:cNvPr>
          <p:cNvSpPr>
            <a:spLocks noGrp="1"/>
          </p:cNvSpPr>
          <p:nvPr>
            <p:ph type="pic" sz="quarter" idx="60"/>
          </p:nvPr>
        </p:nvSpPr>
        <p:spPr>
          <a:xfrm>
            <a:off x="7361474"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5" name="Content placeholder 47">
            <a:extLst>
              <a:ext uri="{FF2B5EF4-FFF2-40B4-BE49-F238E27FC236}">
                <a16:creationId xmlns:a16="http://schemas.microsoft.com/office/drawing/2014/main" id="{13AE459B-26D7-43FC-BE0B-EF7B119D7D40}"/>
              </a:ext>
            </a:extLst>
          </p:cNvPr>
          <p:cNvSpPr>
            <a:spLocks noGrp="1"/>
          </p:cNvSpPr>
          <p:nvPr>
            <p:ph type="pic" sz="quarter" idx="61"/>
          </p:nvPr>
        </p:nvSpPr>
        <p:spPr>
          <a:xfrm>
            <a:off x="948753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25" name="Title Placeholder 4">
            <a:extLst>
              <a:ext uri="{FF2B5EF4-FFF2-40B4-BE49-F238E27FC236}">
                <a16:creationId xmlns:a16="http://schemas.microsoft.com/office/drawing/2014/main" id="{C8ECEE37-7B17-4FD7-2612-FBD357E104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F7F2CD23-FF0B-8184-9F40-957043412F1C}"/>
              </a:ext>
            </a:extLst>
          </p:cNvPr>
          <p:cNvSpPr>
            <a:spLocks noGrp="1"/>
          </p:cNvSpPr>
          <p:nvPr>
            <p:ph type="ftr" sz="quarter" idx="62"/>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7876D293-58F2-B8E9-6576-2676F210D7CF}"/>
              </a:ext>
            </a:extLst>
          </p:cNvPr>
          <p:cNvSpPr>
            <a:spLocks noGrp="1"/>
          </p:cNvSpPr>
          <p:nvPr>
            <p:ph type="sldNum" sz="quarter" idx="6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693317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32" name="Content placeholder 47">
            <a:extLst>
              <a:ext uri="{FF2B5EF4-FFF2-40B4-BE49-F238E27FC236}">
                <a16:creationId xmlns:a16="http://schemas.microsoft.com/office/drawing/2014/main" id="{67FF6BA4-2B1B-4B51-9FE3-A67E3DCC3184}"/>
              </a:ext>
            </a:extLst>
          </p:cNvPr>
          <p:cNvSpPr>
            <a:spLocks noGrp="1"/>
          </p:cNvSpPr>
          <p:nvPr>
            <p:ph type="body" sz="quarter" idx="32" hasCustomPrompt="1"/>
          </p:nvPr>
        </p:nvSpPr>
        <p:spPr>
          <a:xfrm>
            <a:off x="838200"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0" name="Content placeholder 47">
            <a:extLst>
              <a:ext uri="{FF2B5EF4-FFF2-40B4-BE49-F238E27FC236}">
                <a16:creationId xmlns:a16="http://schemas.microsoft.com/office/drawing/2014/main" id="{88E2377A-ED6B-4D69-A9DC-647CB22A5204}"/>
              </a:ext>
            </a:extLst>
          </p:cNvPr>
          <p:cNvSpPr>
            <a:spLocks noGrp="1"/>
          </p:cNvSpPr>
          <p:nvPr>
            <p:ph type="body" sz="quarter" idx="50" hasCustomPrompt="1"/>
          </p:nvPr>
        </p:nvSpPr>
        <p:spPr>
          <a:xfrm>
            <a:off x="3000303" y="2929823"/>
            <a:ext cx="1867186" cy="2471878"/>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1" name="Content placeholder 47">
            <a:extLst>
              <a:ext uri="{FF2B5EF4-FFF2-40B4-BE49-F238E27FC236}">
                <a16:creationId xmlns:a16="http://schemas.microsoft.com/office/drawing/2014/main" id="{ECC27D7D-FA65-E93F-3C7E-AADBF7E0CC2C}"/>
              </a:ext>
            </a:extLst>
          </p:cNvPr>
          <p:cNvSpPr>
            <a:spLocks noGrp="1"/>
          </p:cNvSpPr>
          <p:nvPr>
            <p:ph type="body" sz="quarter" idx="51" hasCustomPrompt="1"/>
          </p:nvPr>
        </p:nvSpPr>
        <p:spPr>
          <a:xfrm>
            <a:off x="5164216"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3" name="Content placeholder 47">
            <a:extLst>
              <a:ext uri="{FF2B5EF4-FFF2-40B4-BE49-F238E27FC236}">
                <a16:creationId xmlns:a16="http://schemas.microsoft.com/office/drawing/2014/main" id="{DF5280E4-E86B-9E17-04A1-072A8148C3BD}"/>
              </a:ext>
            </a:extLst>
          </p:cNvPr>
          <p:cNvSpPr>
            <a:spLocks noGrp="1"/>
          </p:cNvSpPr>
          <p:nvPr>
            <p:ph type="body" sz="quarter" idx="52" hasCustomPrompt="1"/>
          </p:nvPr>
        </p:nvSpPr>
        <p:spPr>
          <a:xfrm>
            <a:off x="7326319"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Content placeholder 47">
            <a:extLst>
              <a:ext uri="{FF2B5EF4-FFF2-40B4-BE49-F238E27FC236}">
                <a16:creationId xmlns:a16="http://schemas.microsoft.com/office/drawing/2014/main" id="{42F4F0D3-AF64-7F92-FF1C-F5D1DC62A388}"/>
              </a:ext>
            </a:extLst>
          </p:cNvPr>
          <p:cNvSpPr>
            <a:spLocks noGrp="1"/>
          </p:cNvSpPr>
          <p:nvPr>
            <p:ph type="body" sz="quarter" idx="53" hasCustomPrompt="1"/>
          </p:nvPr>
        </p:nvSpPr>
        <p:spPr>
          <a:xfrm>
            <a:off x="9488424"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Content placeholder 47">
            <a:extLst>
              <a:ext uri="{FF2B5EF4-FFF2-40B4-BE49-F238E27FC236}">
                <a16:creationId xmlns:a16="http://schemas.microsoft.com/office/drawing/2014/main" id="{43D089D6-48B5-43AB-A887-EEF910BA9161}"/>
              </a:ext>
            </a:extLst>
          </p:cNvPr>
          <p:cNvSpPr>
            <a:spLocks noGrp="1"/>
          </p:cNvSpPr>
          <p:nvPr>
            <p:ph type="body" sz="quarter" idx="27" hasCustomPrompt="1"/>
          </p:nvPr>
        </p:nvSpPr>
        <p:spPr>
          <a:xfrm>
            <a:off x="838200"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4" name="Title Placeholder 4">
            <a:extLst>
              <a:ext uri="{FF2B5EF4-FFF2-40B4-BE49-F238E27FC236}">
                <a16:creationId xmlns:a16="http://schemas.microsoft.com/office/drawing/2014/main" id="{69ABDED2-7EB3-3ABE-90D0-E6C00F806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5" name="Content placeholder 47">
            <a:extLst>
              <a:ext uri="{FF2B5EF4-FFF2-40B4-BE49-F238E27FC236}">
                <a16:creationId xmlns:a16="http://schemas.microsoft.com/office/drawing/2014/main" id="{476A31DC-7395-007C-8BA1-C38E5B289CF5}"/>
              </a:ext>
            </a:extLst>
          </p:cNvPr>
          <p:cNvSpPr>
            <a:spLocks noGrp="1"/>
          </p:cNvSpPr>
          <p:nvPr>
            <p:ph type="body" sz="quarter" idx="46" hasCustomPrompt="1"/>
          </p:nvPr>
        </p:nvSpPr>
        <p:spPr>
          <a:xfrm>
            <a:off x="3000756"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6" name="Content placeholder 47">
            <a:extLst>
              <a:ext uri="{FF2B5EF4-FFF2-40B4-BE49-F238E27FC236}">
                <a16:creationId xmlns:a16="http://schemas.microsoft.com/office/drawing/2014/main" id="{35CE0786-D87B-DD89-C418-C53C1B7E610B}"/>
              </a:ext>
            </a:extLst>
          </p:cNvPr>
          <p:cNvSpPr>
            <a:spLocks noGrp="1"/>
          </p:cNvSpPr>
          <p:nvPr>
            <p:ph type="body" sz="quarter" idx="47" hasCustomPrompt="1"/>
          </p:nvPr>
        </p:nvSpPr>
        <p:spPr>
          <a:xfrm>
            <a:off x="5163312"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8" name="Content placeholder 47">
            <a:extLst>
              <a:ext uri="{FF2B5EF4-FFF2-40B4-BE49-F238E27FC236}">
                <a16:creationId xmlns:a16="http://schemas.microsoft.com/office/drawing/2014/main" id="{7C7F2E6C-1DCD-3C6A-4830-5BF230A3AAB2}"/>
              </a:ext>
            </a:extLst>
          </p:cNvPr>
          <p:cNvSpPr>
            <a:spLocks noGrp="1"/>
          </p:cNvSpPr>
          <p:nvPr>
            <p:ph type="body" sz="quarter" idx="48" hasCustomPrompt="1"/>
          </p:nvPr>
        </p:nvSpPr>
        <p:spPr>
          <a:xfrm>
            <a:off x="7325868"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9" name="Content placeholder 47">
            <a:extLst>
              <a:ext uri="{FF2B5EF4-FFF2-40B4-BE49-F238E27FC236}">
                <a16:creationId xmlns:a16="http://schemas.microsoft.com/office/drawing/2014/main" id="{56A87F6E-D6C5-8903-BC20-313810046034}"/>
              </a:ext>
            </a:extLst>
          </p:cNvPr>
          <p:cNvSpPr>
            <a:spLocks noGrp="1"/>
          </p:cNvSpPr>
          <p:nvPr>
            <p:ph type="body" sz="quarter" idx="49" hasCustomPrompt="1"/>
          </p:nvPr>
        </p:nvSpPr>
        <p:spPr>
          <a:xfrm>
            <a:off x="9488424"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11" name="Footer Placeholder 10">
            <a:extLst>
              <a:ext uri="{FF2B5EF4-FFF2-40B4-BE49-F238E27FC236}">
                <a16:creationId xmlns:a16="http://schemas.microsoft.com/office/drawing/2014/main" id="{7218367E-FDD8-A1F8-8E0F-A365771B85F7}"/>
              </a:ext>
            </a:extLst>
          </p:cNvPr>
          <p:cNvSpPr>
            <a:spLocks noGrp="1"/>
          </p:cNvSpPr>
          <p:nvPr>
            <p:ph type="ftr" sz="quarter" idx="54"/>
          </p:nvPr>
        </p:nvSpPr>
        <p:spPr/>
        <p:txBody>
          <a:bodyPr>
            <a:noAutofit/>
          </a:bodyPr>
          <a:lstStyle/>
          <a:p>
            <a:r>
              <a:rPr lang="en-US" noProof="0"/>
              <a:t>Presentation title</a:t>
            </a:r>
            <a:endParaRPr lang="en-US" noProof="0" dirty="0"/>
          </a:p>
        </p:txBody>
      </p:sp>
      <p:sp>
        <p:nvSpPr>
          <p:cNvPr id="12" name="Slide Number Placeholder 11">
            <a:extLst>
              <a:ext uri="{FF2B5EF4-FFF2-40B4-BE49-F238E27FC236}">
                <a16:creationId xmlns:a16="http://schemas.microsoft.com/office/drawing/2014/main" id="{77ECE300-0AB8-85A0-D4D3-B948DDA7B00F}"/>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649859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66" name="Freeform: Shape 25">
            <a:extLst>
              <a:ext uri="{FF2B5EF4-FFF2-40B4-BE49-F238E27FC236}">
                <a16:creationId xmlns:a16="http://schemas.microsoft.com/office/drawing/2014/main" id="{D61EE2E4-C5DD-4944-B70C-8F0A3F741A59}"/>
              </a:ext>
            </a:extLst>
          </p:cNvPr>
          <p:cNvSpPr/>
          <p:nvPr userDrawn="1"/>
        </p:nvSpPr>
        <p:spPr>
          <a:xfrm>
            <a:off x="1295508" y="3039919"/>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7" name="Freeform: Shape 26">
            <a:extLst>
              <a:ext uri="{FF2B5EF4-FFF2-40B4-BE49-F238E27FC236}">
                <a16:creationId xmlns:a16="http://schemas.microsoft.com/office/drawing/2014/main" id="{91FA36A8-94E8-4069-B957-F7145D77BD5F}"/>
              </a:ext>
            </a:extLst>
          </p:cNvPr>
          <p:cNvSpPr/>
          <p:nvPr userDrawn="1"/>
        </p:nvSpPr>
        <p:spPr>
          <a:xfrm>
            <a:off x="3670763"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8" name="Freeform: Shape 27">
            <a:extLst>
              <a:ext uri="{FF2B5EF4-FFF2-40B4-BE49-F238E27FC236}">
                <a16:creationId xmlns:a16="http://schemas.microsoft.com/office/drawing/2014/main" id="{7D38D67C-B6B8-4EB2-BC07-4A8128F44D16}"/>
              </a:ext>
            </a:extLst>
          </p:cNvPr>
          <p:cNvSpPr/>
          <p:nvPr userDrawn="1"/>
        </p:nvSpPr>
        <p:spPr>
          <a:xfrm>
            <a:off x="4865676" y="3722308"/>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9" name="Freeform: Shape 28">
            <a:extLst>
              <a:ext uri="{FF2B5EF4-FFF2-40B4-BE49-F238E27FC236}">
                <a16:creationId xmlns:a16="http://schemas.microsoft.com/office/drawing/2014/main" id="{6B2E4C8C-D96E-4A66-A3D2-3580DACCF801}"/>
              </a:ext>
            </a:extLst>
          </p:cNvPr>
          <p:cNvSpPr/>
          <p:nvPr userDrawn="1"/>
        </p:nvSpPr>
        <p:spPr>
          <a:xfrm>
            <a:off x="7245668" y="3725411"/>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0" name="Freeform: Shape 29">
            <a:extLst>
              <a:ext uri="{FF2B5EF4-FFF2-40B4-BE49-F238E27FC236}">
                <a16:creationId xmlns:a16="http://schemas.microsoft.com/office/drawing/2014/main" id="{74E0B8B0-45C7-4733-BBDC-B82F9307E431}"/>
              </a:ext>
            </a:extLst>
          </p:cNvPr>
          <p:cNvSpPr/>
          <p:nvPr userDrawn="1"/>
        </p:nvSpPr>
        <p:spPr>
          <a:xfrm>
            <a:off x="8440729"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1" name="Freeform: Shape 30">
            <a:extLst>
              <a:ext uri="{FF2B5EF4-FFF2-40B4-BE49-F238E27FC236}">
                <a16:creationId xmlns:a16="http://schemas.microsoft.com/office/drawing/2014/main" id="{F0BBECC2-631C-4C53-A9E8-6C87D48A3B01}"/>
              </a:ext>
            </a:extLst>
          </p:cNvPr>
          <p:cNvSpPr/>
          <p:nvPr userDrawn="1"/>
        </p:nvSpPr>
        <p:spPr>
          <a:xfrm>
            <a:off x="1274779" y="1667026"/>
            <a:ext cx="7152768" cy="2736950"/>
          </a:xfrm>
          <a:custGeom>
            <a:avLst/>
            <a:gdLst>
              <a:gd name="connsiteX0" fmla="*/ 0 w 5958191"/>
              <a:gd name="connsiteY0" fmla="*/ 2052536 h 2733472"/>
              <a:gd name="connsiteX1" fmla="*/ 1186774 w 5958191"/>
              <a:gd name="connsiteY1" fmla="*/ 1361872 h 2733472"/>
              <a:gd name="connsiteX2" fmla="*/ 2368685 w 5958191"/>
              <a:gd name="connsiteY2" fmla="*/ 2057400 h 2733472"/>
              <a:gd name="connsiteX3" fmla="*/ 2378413 w 5958191"/>
              <a:gd name="connsiteY3" fmla="*/ 690664 h 2733472"/>
              <a:gd name="connsiteX4" fmla="*/ 3570051 w 5958191"/>
              <a:gd name="connsiteY4" fmla="*/ 0 h 2733472"/>
              <a:gd name="connsiteX5" fmla="*/ 4761689 w 5958191"/>
              <a:gd name="connsiteY5" fmla="*/ 680936 h 2733472"/>
              <a:gd name="connsiteX6" fmla="*/ 4756825 w 5958191"/>
              <a:gd name="connsiteY6" fmla="*/ 2052536 h 2733472"/>
              <a:gd name="connsiteX7" fmla="*/ 5958191 w 5958191"/>
              <a:gd name="connsiteY7" fmla="*/ 2733472 h 2733472"/>
              <a:gd name="connsiteX8" fmla="*/ 5958191 w 5958191"/>
              <a:gd name="connsiteY8" fmla="*/ 2733472 h 2733472"/>
              <a:gd name="connsiteX0" fmla="*/ 0 w 7159557"/>
              <a:gd name="connsiteY0" fmla="*/ 2052536 h 2733472"/>
              <a:gd name="connsiteX1" fmla="*/ 1186774 w 7159557"/>
              <a:gd name="connsiteY1" fmla="*/ 1361872 h 2733472"/>
              <a:gd name="connsiteX2" fmla="*/ 2368685 w 7159557"/>
              <a:gd name="connsiteY2" fmla="*/ 2057400 h 2733472"/>
              <a:gd name="connsiteX3" fmla="*/ 2378413 w 7159557"/>
              <a:gd name="connsiteY3" fmla="*/ 690664 h 2733472"/>
              <a:gd name="connsiteX4" fmla="*/ 3570051 w 7159557"/>
              <a:gd name="connsiteY4" fmla="*/ 0 h 2733472"/>
              <a:gd name="connsiteX5" fmla="*/ 4761689 w 7159557"/>
              <a:gd name="connsiteY5" fmla="*/ 680936 h 2733472"/>
              <a:gd name="connsiteX6" fmla="*/ 4756825 w 7159557"/>
              <a:gd name="connsiteY6" fmla="*/ 2052536 h 2733472"/>
              <a:gd name="connsiteX7" fmla="*/ 5958191 w 7159557"/>
              <a:gd name="connsiteY7" fmla="*/ 2733472 h 2733472"/>
              <a:gd name="connsiteX8" fmla="*/ 7159557 w 7159557"/>
              <a:gd name="connsiteY8" fmla="*/ 2067128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62264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7400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2536 h 2733472"/>
              <a:gd name="connsiteX0" fmla="*/ 0 w 7159556"/>
              <a:gd name="connsiteY0" fmla="*/ 2052536 h 2733472"/>
              <a:gd name="connsiteX1" fmla="*/ 1186774 w 7159556"/>
              <a:gd name="connsiteY1" fmla="*/ 1361872 h 2733472"/>
              <a:gd name="connsiteX2" fmla="*/ 2368685 w 7159556"/>
              <a:gd name="connsiteY2" fmla="*/ 2057400 h 2733472"/>
              <a:gd name="connsiteX3" fmla="*/ 2378413 w 7159556"/>
              <a:gd name="connsiteY3" fmla="*/ 690664 h 2733472"/>
              <a:gd name="connsiteX4" fmla="*/ 3570051 w 7159556"/>
              <a:gd name="connsiteY4" fmla="*/ 0 h 2733472"/>
              <a:gd name="connsiteX5" fmla="*/ 4761689 w 7159556"/>
              <a:gd name="connsiteY5" fmla="*/ 680936 h 2733472"/>
              <a:gd name="connsiteX6" fmla="*/ 4756825 w 7159556"/>
              <a:gd name="connsiteY6" fmla="*/ 2052536 h 2733472"/>
              <a:gd name="connsiteX7" fmla="*/ 5958191 w 7159556"/>
              <a:gd name="connsiteY7" fmla="*/ 2733472 h 2733472"/>
              <a:gd name="connsiteX8" fmla="*/ 7159556 w 7159556"/>
              <a:gd name="connsiteY8" fmla="*/ 2052536 h 2733472"/>
              <a:gd name="connsiteX0" fmla="*/ 0 w 7145649"/>
              <a:gd name="connsiteY0" fmla="*/ 2049060 h 2733472"/>
              <a:gd name="connsiteX1" fmla="*/ 1172867 w 7145649"/>
              <a:gd name="connsiteY1" fmla="*/ 1361872 h 2733472"/>
              <a:gd name="connsiteX2" fmla="*/ 2354778 w 7145649"/>
              <a:gd name="connsiteY2" fmla="*/ 2057400 h 2733472"/>
              <a:gd name="connsiteX3" fmla="*/ 2364506 w 7145649"/>
              <a:gd name="connsiteY3" fmla="*/ 690664 h 2733472"/>
              <a:gd name="connsiteX4" fmla="*/ 3556144 w 7145649"/>
              <a:gd name="connsiteY4" fmla="*/ 0 h 2733472"/>
              <a:gd name="connsiteX5" fmla="*/ 4747782 w 7145649"/>
              <a:gd name="connsiteY5" fmla="*/ 680936 h 2733472"/>
              <a:gd name="connsiteX6" fmla="*/ 4742918 w 7145649"/>
              <a:gd name="connsiteY6" fmla="*/ 2052536 h 2733472"/>
              <a:gd name="connsiteX7" fmla="*/ 5944284 w 7145649"/>
              <a:gd name="connsiteY7" fmla="*/ 2733472 h 2733472"/>
              <a:gd name="connsiteX8" fmla="*/ 7145649 w 7145649"/>
              <a:gd name="connsiteY8" fmla="*/ 2052536 h 2733472"/>
              <a:gd name="connsiteX0" fmla="*/ 0 w 7156079"/>
              <a:gd name="connsiteY0" fmla="*/ 2035152 h 2733472"/>
              <a:gd name="connsiteX1" fmla="*/ 1183297 w 7156079"/>
              <a:gd name="connsiteY1" fmla="*/ 1361872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1731 w 7156079"/>
              <a:gd name="connsiteY2" fmla="*/ 2029586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82592 w 7156079"/>
              <a:gd name="connsiteY2" fmla="*/ 2033063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72162 w 7156079"/>
              <a:gd name="connsiteY2" fmla="*/ 202611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6 h 2761286"/>
              <a:gd name="connsiteX1" fmla="*/ 1183297 w 7156079"/>
              <a:gd name="connsiteY1" fmla="*/ 1372302 h 2761286"/>
              <a:gd name="connsiteX2" fmla="*/ 2372162 w 7156079"/>
              <a:gd name="connsiteY2" fmla="*/ 2053924 h 2761286"/>
              <a:gd name="connsiteX3" fmla="*/ 2374936 w 7156079"/>
              <a:gd name="connsiteY3" fmla="*/ 71847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62966 h 2761286"/>
              <a:gd name="connsiteX1" fmla="*/ 1183297 w 7156079"/>
              <a:gd name="connsiteY1" fmla="*/ 1372302 h 2761286"/>
              <a:gd name="connsiteX2" fmla="*/ 2372162 w 7156079"/>
              <a:gd name="connsiteY2" fmla="*/ 2053924 h 2761286"/>
              <a:gd name="connsiteX3" fmla="*/ 2371460 w 7156079"/>
              <a:gd name="connsiteY3" fmla="*/ 70804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35152 h 2733472"/>
              <a:gd name="connsiteX1" fmla="*/ 1183297 w 7156079"/>
              <a:gd name="connsiteY1" fmla="*/ 1344488 h 2733472"/>
              <a:gd name="connsiteX2" fmla="*/ 2372162 w 7156079"/>
              <a:gd name="connsiteY2" fmla="*/ 2026110 h 2733472"/>
              <a:gd name="connsiteX3" fmla="*/ 2371460 w 7156079"/>
              <a:gd name="connsiteY3" fmla="*/ 680234 h 2733472"/>
              <a:gd name="connsiteX4" fmla="*/ 3573527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7 h 2761287"/>
              <a:gd name="connsiteX1" fmla="*/ 1183297 w 7156079"/>
              <a:gd name="connsiteY1" fmla="*/ 1372303 h 2761287"/>
              <a:gd name="connsiteX2" fmla="*/ 2372162 w 7156079"/>
              <a:gd name="connsiteY2" fmla="*/ 2053925 h 2761287"/>
              <a:gd name="connsiteX3" fmla="*/ 2371460 w 7156079"/>
              <a:gd name="connsiteY3" fmla="*/ 708049 h 2761287"/>
              <a:gd name="connsiteX4" fmla="*/ 3563096 w 7156079"/>
              <a:gd name="connsiteY4" fmla="*/ 0 h 2761287"/>
              <a:gd name="connsiteX5" fmla="*/ 4758212 w 7156079"/>
              <a:gd name="connsiteY5" fmla="*/ 708751 h 2761287"/>
              <a:gd name="connsiteX6" fmla="*/ 4753348 w 7156079"/>
              <a:gd name="connsiteY6" fmla="*/ 2080351 h 2761287"/>
              <a:gd name="connsiteX7" fmla="*/ 5954714 w 7156079"/>
              <a:gd name="connsiteY7" fmla="*/ 2761287 h 2761287"/>
              <a:gd name="connsiteX8" fmla="*/ 7156079 w 7156079"/>
              <a:gd name="connsiteY8" fmla="*/ 2080351 h 2761287"/>
              <a:gd name="connsiteX0" fmla="*/ 0 w 7156079"/>
              <a:gd name="connsiteY0" fmla="*/ 2045583 h 2743903"/>
              <a:gd name="connsiteX1" fmla="*/ 1183297 w 7156079"/>
              <a:gd name="connsiteY1" fmla="*/ 1354919 h 2743903"/>
              <a:gd name="connsiteX2" fmla="*/ 2372162 w 7156079"/>
              <a:gd name="connsiteY2" fmla="*/ 2036541 h 2743903"/>
              <a:gd name="connsiteX3" fmla="*/ 2371460 w 7156079"/>
              <a:gd name="connsiteY3" fmla="*/ 690665 h 2743903"/>
              <a:gd name="connsiteX4" fmla="*/ 3563096 w 7156079"/>
              <a:gd name="connsiteY4" fmla="*/ 0 h 2743903"/>
              <a:gd name="connsiteX5" fmla="*/ 4758212 w 7156079"/>
              <a:gd name="connsiteY5" fmla="*/ 691367 h 2743903"/>
              <a:gd name="connsiteX6" fmla="*/ 4753348 w 7156079"/>
              <a:gd name="connsiteY6" fmla="*/ 2062967 h 2743903"/>
              <a:gd name="connsiteX7" fmla="*/ 5954714 w 7156079"/>
              <a:gd name="connsiteY7" fmla="*/ 2743903 h 2743903"/>
              <a:gd name="connsiteX8" fmla="*/ 7156079 w 7156079"/>
              <a:gd name="connsiteY8" fmla="*/ 2062967 h 2743903"/>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8212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42917 w 7156079"/>
              <a:gd name="connsiteY6" fmla="*/ 2062967 h 2750857"/>
              <a:gd name="connsiteX7" fmla="*/ 5954714 w 7156079"/>
              <a:gd name="connsiteY7" fmla="*/ 2750857 h 2750857"/>
              <a:gd name="connsiteX8" fmla="*/ 7156079 w 7156079"/>
              <a:gd name="connsiteY8" fmla="*/ 2069921 h 2750857"/>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62967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60301 w 7156079"/>
              <a:gd name="connsiteY6" fmla="*/ 2052536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52536 h 2736950"/>
              <a:gd name="connsiteX7" fmla="*/ 5954714 w 7156079"/>
              <a:gd name="connsiteY7" fmla="*/ 2736950 h 2736950"/>
              <a:gd name="connsiteX8" fmla="*/ 7156079 w 7156079"/>
              <a:gd name="connsiteY8" fmla="*/ 2069921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6014 h 2736950"/>
              <a:gd name="connsiteX0" fmla="*/ 0 w 7124788"/>
              <a:gd name="connsiteY0" fmla="*/ 2052537 h 2736950"/>
              <a:gd name="connsiteX1" fmla="*/ 1183297 w 7124788"/>
              <a:gd name="connsiteY1" fmla="*/ 1361873 h 2736950"/>
              <a:gd name="connsiteX2" fmla="*/ 2372162 w 7124788"/>
              <a:gd name="connsiteY2" fmla="*/ 2043495 h 2736950"/>
              <a:gd name="connsiteX3" fmla="*/ 2371460 w 7124788"/>
              <a:gd name="connsiteY3" fmla="*/ 697619 h 2736950"/>
              <a:gd name="connsiteX4" fmla="*/ 3559620 w 7124788"/>
              <a:gd name="connsiteY4" fmla="*/ 0 h 2736950"/>
              <a:gd name="connsiteX5" fmla="*/ 4751259 w 7124788"/>
              <a:gd name="connsiteY5" fmla="*/ 698321 h 2736950"/>
              <a:gd name="connsiteX6" fmla="*/ 4742917 w 7124788"/>
              <a:gd name="connsiteY6" fmla="*/ 2052536 h 2736950"/>
              <a:gd name="connsiteX7" fmla="*/ 5954714 w 7124788"/>
              <a:gd name="connsiteY7" fmla="*/ 2736950 h 2736950"/>
              <a:gd name="connsiteX8" fmla="*/ 7124788 w 7124788"/>
              <a:gd name="connsiteY8" fmla="*/ 2045583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52537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67128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59537"/>
              <a:gd name="connsiteY0" fmla="*/ 2062264 h 2736950"/>
              <a:gd name="connsiteX1" fmla="*/ 1207616 w 7159537"/>
              <a:gd name="connsiteY1" fmla="*/ 1361873 h 2736950"/>
              <a:gd name="connsiteX2" fmla="*/ 2400389 w 7159537"/>
              <a:gd name="connsiteY2" fmla="*/ 2055218 h 2736950"/>
              <a:gd name="connsiteX3" fmla="*/ 2395779 w 7159537"/>
              <a:gd name="connsiteY3" fmla="*/ 697619 h 2736950"/>
              <a:gd name="connsiteX4" fmla="*/ 3583939 w 7159537"/>
              <a:gd name="connsiteY4" fmla="*/ 0 h 2736950"/>
              <a:gd name="connsiteX5" fmla="*/ 4775578 w 7159537"/>
              <a:gd name="connsiteY5" fmla="*/ 698321 h 2736950"/>
              <a:gd name="connsiteX6" fmla="*/ 4767236 w 7159537"/>
              <a:gd name="connsiteY6" fmla="*/ 2052536 h 2736950"/>
              <a:gd name="connsiteX7" fmla="*/ 5979033 w 7159537"/>
              <a:gd name="connsiteY7" fmla="*/ 2736950 h 2736950"/>
              <a:gd name="connsiteX8" fmla="*/ 7159537 w 7159537"/>
              <a:gd name="connsiteY8" fmla="*/ 2052536 h 2736950"/>
              <a:gd name="connsiteX0" fmla="*/ 0 w 7149809"/>
              <a:gd name="connsiteY0" fmla="*/ 2071991 h 2736950"/>
              <a:gd name="connsiteX1" fmla="*/ 1197888 w 7149809"/>
              <a:gd name="connsiteY1" fmla="*/ 1361873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22208 w 7149809"/>
              <a:gd name="connsiteY1" fmla="*/ 1357009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582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47456 h 2736950"/>
              <a:gd name="connsiteX7" fmla="*/ 5969305 w 7149809"/>
              <a:gd name="connsiteY7" fmla="*/ 2736950 h 2736950"/>
              <a:gd name="connsiteX8" fmla="*/ 7149809 w 7149809"/>
              <a:gd name="connsiteY8" fmla="*/ 2052536 h 2736950"/>
              <a:gd name="connsiteX0" fmla="*/ 0 w 7152768"/>
              <a:gd name="connsiteY0" fmla="*/ 2063113 h 2736950"/>
              <a:gd name="connsiteX1" fmla="*/ 1197659 w 7152768"/>
              <a:gd name="connsiteY1" fmla="*/ 1371385 h 2736950"/>
              <a:gd name="connsiteX2" fmla="*/ 2393620 w 7152768"/>
              <a:gd name="connsiteY2" fmla="*/ 2055218 h 2736950"/>
              <a:gd name="connsiteX3" fmla="*/ 2389010 w 7152768"/>
              <a:gd name="connsiteY3" fmla="*/ 697619 h 2736950"/>
              <a:gd name="connsiteX4" fmla="*/ 3577170 w 7152768"/>
              <a:gd name="connsiteY4" fmla="*/ 0 h 2736950"/>
              <a:gd name="connsiteX5" fmla="*/ 4773889 w 7152768"/>
              <a:gd name="connsiteY5" fmla="*/ 698321 h 2736950"/>
              <a:gd name="connsiteX6" fmla="*/ 4760467 w 7152768"/>
              <a:gd name="connsiteY6" fmla="*/ 2047456 h 2736950"/>
              <a:gd name="connsiteX7" fmla="*/ 5972264 w 7152768"/>
              <a:gd name="connsiteY7" fmla="*/ 2736950 h 2736950"/>
              <a:gd name="connsiteX8" fmla="*/ 7152768 w 7152768"/>
              <a:gd name="connsiteY8" fmla="*/ 2052536 h 2736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68" h="2736950">
                <a:moveTo>
                  <a:pt x="0" y="2063113"/>
                </a:moveTo>
                <a:cubicBezTo>
                  <a:pt x="405781" y="1831271"/>
                  <a:pt x="752967" y="1616359"/>
                  <a:pt x="1197659" y="1371385"/>
                </a:cubicBezTo>
                <a:lnTo>
                  <a:pt x="2393620" y="2055218"/>
                </a:lnTo>
                <a:cubicBezTo>
                  <a:pt x="2396863" y="1599639"/>
                  <a:pt x="2385767" y="1153198"/>
                  <a:pt x="2389010" y="697619"/>
                </a:cubicBezTo>
                <a:lnTo>
                  <a:pt x="3577170" y="0"/>
                </a:lnTo>
                <a:lnTo>
                  <a:pt x="4773889" y="698321"/>
                </a:lnTo>
                <a:cubicBezTo>
                  <a:pt x="4772268" y="1155521"/>
                  <a:pt x="4762088" y="1590256"/>
                  <a:pt x="4760467" y="2047456"/>
                </a:cubicBezTo>
                <a:lnTo>
                  <a:pt x="5972264" y="2736950"/>
                </a:lnTo>
                <a:lnTo>
                  <a:pt x="7152768" y="2052536"/>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2" name="Freeform: Shape 31">
            <a:extLst>
              <a:ext uri="{FF2B5EF4-FFF2-40B4-BE49-F238E27FC236}">
                <a16:creationId xmlns:a16="http://schemas.microsoft.com/office/drawing/2014/main" id="{274DD645-8640-45D5-9B60-F31EC01D3CC0}"/>
              </a:ext>
            </a:extLst>
          </p:cNvPr>
          <p:cNvSpPr/>
          <p:nvPr userDrawn="1"/>
        </p:nvSpPr>
        <p:spPr>
          <a:xfrm>
            <a:off x="8440979" y="1677475"/>
            <a:ext cx="2373549" cy="2062264"/>
          </a:xfrm>
          <a:custGeom>
            <a:avLst/>
            <a:gdLst>
              <a:gd name="connsiteX0" fmla="*/ 2373549 w 2373549"/>
              <a:gd name="connsiteY0" fmla="*/ 680936 h 2062264"/>
              <a:gd name="connsiteX1" fmla="*/ 1186774 w 2373549"/>
              <a:gd name="connsiteY1" fmla="*/ 0 h 2062264"/>
              <a:gd name="connsiteX2" fmla="*/ 0 w 2373549"/>
              <a:gd name="connsiteY2" fmla="*/ 690664 h 2062264"/>
              <a:gd name="connsiteX3" fmla="*/ 0 w 2373549"/>
              <a:gd name="connsiteY3" fmla="*/ 2062264 h 2062264"/>
            </a:gdLst>
            <a:ahLst/>
            <a:cxnLst>
              <a:cxn ang="0">
                <a:pos x="connsiteX0" y="connsiteY0"/>
              </a:cxn>
              <a:cxn ang="0">
                <a:pos x="connsiteX1" y="connsiteY1"/>
              </a:cxn>
              <a:cxn ang="0">
                <a:pos x="connsiteX2" y="connsiteY2"/>
              </a:cxn>
              <a:cxn ang="0">
                <a:pos x="connsiteX3" y="connsiteY3"/>
              </a:cxn>
            </a:cxnLst>
            <a:rect l="l" t="t" r="r" b="b"/>
            <a:pathLst>
              <a:path w="2373549" h="2062264">
                <a:moveTo>
                  <a:pt x="2373549" y="680936"/>
                </a:moveTo>
                <a:lnTo>
                  <a:pt x="1186774" y="0"/>
                </a:lnTo>
                <a:lnTo>
                  <a:pt x="0" y="690664"/>
                </a:lnTo>
                <a:lnTo>
                  <a:pt x="0" y="2062264"/>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3" name="Freeform: Shape 34">
            <a:extLst>
              <a:ext uri="{FF2B5EF4-FFF2-40B4-BE49-F238E27FC236}">
                <a16:creationId xmlns:a16="http://schemas.microsoft.com/office/drawing/2014/main" id="{71C09F09-7119-47FD-8E60-E4A92C9A3119}"/>
              </a:ext>
            </a:extLst>
          </p:cNvPr>
          <p:cNvSpPr/>
          <p:nvPr userDrawn="1"/>
        </p:nvSpPr>
        <p:spPr>
          <a:xfrm flipH="1">
            <a:off x="10715501" y="2243467"/>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4" name="Freeform: Shape 45">
            <a:extLst>
              <a:ext uri="{FF2B5EF4-FFF2-40B4-BE49-F238E27FC236}">
                <a16:creationId xmlns:a16="http://schemas.microsoft.com/office/drawing/2014/main" id="{E99BCE04-19B9-4541-925F-AC59CF760E7F}"/>
              </a:ext>
            </a:extLst>
          </p:cNvPr>
          <p:cNvSpPr/>
          <p:nvPr userDrawn="1"/>
        </p:nvSpPr>
        <p:spPr>
          <a:xfrm flipH="1">
            <a:off x="9534557" y="1571099"/>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5" name="Freeform: Shape 46">
            <a:extLst>
              <a:ext uri="{FF2B5EF4-FFF2-40B4-BE49-F238E27FC236}">
                <a16:creationId xmlns:a16="http://schemas.microsoft.com/office/drawing/2014/main" id="{F2B610BB-26F6-44A5-B7DB-CEEDCAE916ED}"/>
              </a:ext>
            </a:extLst>
          </p:cNvPr>
          <p:cNvSpPr/>
          <p:nvPr userDrawn="1"/>
        </p:nvSpPr>
        <p:spPr>
          <a:xfrm flipH="1">
            <a:off x="8328171" y="2258376"/>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6" name="Freeform: Shape 47">
            <a:extLst>
              <a:ext uri="{FF2B5EF4-FFF2-40B4-BE49-F238E27FC236}">
                <a16:creationId xmlns:a16="http://schemas.microsoft.com/office/drawing/2014/main" id="{C979636C-DE09-47B7-8972-BAE28DFA91DF}"/>
              </a:ext>
            </a:extLst>
          </p:cNvPr>
          <p:cNvSpPr/>
          <p:nvPr userDrawn="1"/>
        </p:nvSpPr>
        <p:spPr>
          <a:xfrm flipH="1">
            <a:off x="8333460" y="361085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7" name="Freeform: Shape 48">
            <a:extLst>
              <a:ext uri="{FF2B5EF4-FFF2-40B4-BE49-F238E27FC236}">
                <a16:creationId xmlns:a16="http://schemas.microsoft.com/office/drawing/2014/main" id="{01B12467-C508-4D89-94B3-6D23C6199703}"/>
              </a:ext>
            </a:extLst>
          </p:cNvPr>
          <p:cNvSpPr/>
          <p:nvPr userDrawn="1"/>
        </p:nvSpPr>
        <p:spPr>
          <a:xfrm flipH="1">
            <a:off x="7146016" y="429086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8" name="Freeform: Shape 49">
            <a:extLst>
              <a:ext uri="{FF2B5EF4-FFF2-40B4-BE49-F238E27FC236}">
                <a16:creationId xmlns:a16="http://schemas.microsoft.com/office/drawing/2014/main" id="{9EA72422-90A8-454F-8133-112CD2B85BEA}"/>
              </a:ext>
            </a:extLst>
          </p:cNvPr>
          <p:cNvSpPr/>
          <p:nvPr userDrawn="1"/>
        </p:nvSpPr>
        <p:spPr>
          <a:xfrm flipH="1">
            <a:off x="5937847"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9" name="Freeform: Shape 50">
            <a:extLst>
              <a:ext uri="{FF2B5EF4-FFF2-40B4-BE49-F238E27FC236}">
                <a16:creationId xmlns:a16="http://schemas.microsoft.com/office/drawing/2014/main" id="{3C67727D-D0D9-4CA6-99EE-0B89D465A706}"/>
              </a:ext>
            </a:extLst>
          </p:cNvPr>
          <p:cNvSpPr/>
          <p:nvPr userDrawn="1"/>
        </p:nvSpPr>
        <p:spPr>
          <a:xfrm flipH="1">
            <a:off x="5951993" y="225130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0" name="Freeform: Shape 51">
            <a:extLst>
              <a:ext uri="{FF2B5EF4-FFF2-40B4-BE49-F238E27FC236}">
                <a16:creationId xmlns:a16="http://schemas.microsoft.com/office/drawing/2014/main" id="{C88A67D0-B01F-4CC8-B248-2CF85911F456}"/>
              </a:ext>
            </a:extLst>
          </p:cNvPr>
          <p:cNvSpPr/>
          <p:nvPr userDrawn="1"/>
        </p:nvSpPr>
        <p:spPr>
          <a:xfrm flipH="1">
            <a:off x="4778156" y="1565771"/>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1" name="Freeform: Shape 52">
            <a:extLst>
              <a:ext uri="{FF2B5EF4-FFF2-40B4-BE49-F238E27FC236}">
                <a16:creationId xmlns:a16="http://schemas.microsoft.com/office/drawing/2014/main" id="{DBF6CA39-E979-4287-833E-20A9B455F7D6}"/>
              </a:ext>
            </a:extLst>
          </p:cNvPr>
          <p:cNvSpPr/>
          <p:nvPr userDrawn="1"/>
        </p:nvSpPr>
        <p:spPr>
          <a:xfrm flipH="1">
            <a:off x="3565843" y="2247823"/>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2" name="Freeform: Shape 53">
            <a:extLst>
              <a:ext uri="{FF2B5EF4-FFF2-40B4-BE49-F238E27FC236}">
                <a16:creationId xmlns:a16="http://schemas.microsoft.com/office/drawing/2014/main" id="{9EAA4E60-7510-4920-A426-5630491CFAC2}"/>
              </a:ext>
            </a:extLst>
          </p:cNvPr>
          <p:cNvSpPr/>
          <p:nvPr userDrawn="1"/>
        </p:nvSpPr>
        <p:spPr>
          <a:xfrm flipH="1">
            <a:off x="3565952"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3" name="Freeform: Shape 54">
            <a:extLst>
              <a:ext uri="{FF2B5EF4-FFF2-40B4-BE49-F238E27FC236}">
                <a16:creationId xmlns:a16="http://schemas.microsoft.com/office/drawing/2014/main" id="{322F7ECD-1942-42EE-B5E0-FC1E0206BFFD}"/>
              </a:ext>
            </a:extLst>
          </p:cNvPr>
          <p:cNvSpPr/>
          <p:nvPr userDrawn="1"/>
        </p:nvSpPr>
        <p:spPr>
          <a:xfrm flipH="1">
            <a:off x="2386318" y="296278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4" name="Freeform: Shape 55">
            <a:extLst>
              <a:ext uri="{FF2B5EF4-FFF2-40B4-BE49-F238E27FC236}">
                <a16:creationId xmlns:a16="http://schemas.microsoft.com/office/drawing/2014/main" id="{2465D6BD-72DA-4C13-97C2-7CF8D7F2F0C4}"/>
              </a:ext>
            </a:extLst>
          </p:cNvPr>
          <p:cNvSpPr/>
          <p:nvPr userDrawn="1"/>
        </p:nvSpPr>
        <p:spPr>
          <a:xfrm flipH="1">
            <a:off x="1190302" y="361221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5" name="Content placeholder 47" descr="Click icon to add picture">
            <a:extLst>
              <a:ext uri="{FF2B5EF4-FFF2-40B4-BE49-F238E27FC236}">
                <a16:creationId xmlns:a16="http://schemas.microsoft.com/office/drawing/2014/main" id="{E7C6BEEA-1766-44A1-A28D-2E817DBF2267}"/>
              </a:ext>
            </a:extLst>
          </p:cNvPr>
          <p:cNvSpPr>
            <a:spLocks noGrp="1"/>
          </p:cNvSpPr>
          <p:nvPr>
            <p:ph type="body" sz="quarter" idx="27" hasCustomPrompt="1"/>
          </p:nvPr>
        </p:nvSpPr>
        <p:spPr>
          <a:xfrm>
            <a:off x="1507136" y="386500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6" name="Content placeholder 47">
            <a:extLst>
              <a:ext uri="{FF2B5EF4-FFF2-40B4-BE49-F238E27FC236}">
                <a16:creationId xmlns:a16="http://schemas.microsoft.com/office/drawing/2014/main" id="{597D4D7A-8D7E-492C-8795-D491CF53B5FA}"/>
              </a:ext>
            </a:extLst>
          </p:cNvPr>
          <p:cNvSpPr>
            <a:spLocks noGrp="1"/>
          </p:cNvSpPr>
          <p:nvPr>
            <p:ph type="body" sz="quarter" idx="28" hasCustomPrompt="1"/>
          </p:nvPr>
        </p:nvSpPr>
        <p:spPr>
          <a:xfrm>
            <a:off x="1507136" y="444707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7" name="Content placeholder 47" descr="Click icon to add picture">
            <a:extLst>
              <a:ext uri="{FF2B5EF4-FFF2-40B4-BE49-F238E27FC236}">
                <a16:creationId xmlns:a16="http://schemas.microsoft.com/office/drawing/2014/main" id="{A7396594-2DE7-4DB9-B6B4-92F63F06EFCF}"/>
              </a:ext>
            </a:extLst>
          </p:cNvPr>
          <p:cNvSpPr>
            <a:spLocks noGrp="1"/>
          </p:cNvSpPr>
          <p:nvPr>
            <p:ph type="body" sz="quarter" idx="38" hasCustomPrompt="1"/>
          </p:nvPr>
        </p:nvSpPr>
        <p:spPr>
          <a:xfrm>
            <a:off x="3889942"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8" name="Content placeholder 47">
            <a:extLst>
              <a:ext uri="{FF2B5EF4-FFF2-40B4-BE49-F238E27FC236}">
                <a16:creationId xmlns:a16="http://schemas.microsoft.com/office/drawing/2014/main" id="{CC680CF7-ED60-4FFF-B04E-B24ECDDD3512}"/>
              </a:ext>
            </a:extLst>
          </p:cNvPr>
          <p:cNvSpPr>
            <a:spLocks noGrp="1"/>
          </p:cNvSpPr>
          <p:nvPr>
            <p:ph type="body" sz="quarter" idx="39" hasCustomPrompt="1"/>
          </p:nvPr>
        </p:nvSpPr>
        <p:spPr>
          <a:xfrm>
            <a:off x="3889942" y="2937719"/>
            <a:ext cx="1877575" cy="506399"/>
          </a:xfrm>
          <a:prstGeom prst="rect">
            <a:avLst/>
          </a:prstGeom>
        </p:spPr>
        <p:txBody>
          <a:bodyPr>
            <a:noAutofit/>
          </a:bodyPr>
          <a:lstStyle>
            <a:lvl1pPr marL="0" indent="0" algn="ctr">
              <a:lnSpc>
                <a:spcPct val="90000"/>
              </a:lnSpc>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9" name="Content placeholder 47" descr="Click icon to add picture">
            <a:extLst>
              <a:ext uri="{FF2B5EF4-FFF2-40B4-BE49-F238E27FC236}">
                <a16:creationId xmlns:a16="http://schemas.microsoft.com/office/drawing/2014/main" id="{042E6E66-3835-45DF-80D9-C4AFDF3401FF}"/>
              </a:ext>
            </a:extLst>
          </p:cNvPr>
          <p:cNvSpPr>
            <a:spLocks noGrp="1"/>
          </p:cNvSpPr>
          <p:nvPr>
            <p:ph type="body" sz="quarter" idx="40" hasCustomPrompt="1"/>
          </p:nvPr>
        </p:nvSpPr>
        <p:spPr>
          <a:xfrm>
            <a:off x="5107230"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0" name="Content placeholder 47">
            <a:extLst>
              <a:ext uri="{FF2B5EF4-FFF2-40B4-BE49-F238E27FC236}">
                <a16:creationId xmlns:a16="http://schemas.microsoft.com/office/drawing/2014/main" id="{A6E85C70-1784-4A0C-8897-EDE98D39BC01}"/>
              </a:ext>
            </a:extLst>
          </p:cNvPr>
          <p:cNvSpPr>
            <a:spLocks noGrp="1"/>
          </p:cNvSpPr>
          <p:nvPr>
            <p:ph type="body" sz="quarter" idx="41" hasCustomPrompt="1"/>
          </p:nvPr>
        </p:nvSpPr>
        <p:spPr>
          <a:xfrm>
            <a:off x="5107230"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1" name="Content placeholder 47" descr="Click icon to add picture">
            <a:extLst>
              <a:ext uri="{FF2B5EF4-FFF2-40B4-BE49-F238E27FC236}">
                <a16:creationId xmlns:a16="http://schemas.microsoft.com/office/drawing/2014/main" id="{4CD55BC2-05D0-49CB-B0A5-C96ACB411B57}"/>
              </a:ext>
            </a:extLst>
          </p:cNvPr>
          <p:cNvSpPr>
            <a:spLocks noGrp="1"/>
          </p:cNvSpPr>
          <p:nvPr>
            <p:ph type="body" sz="quarter" idx="42" hasCustomPrompt="1"/>
          </p:nvPr>
        </p:nvSpPr>
        <p:spPr>
          <a:xfrm>
            <a:off x="7501941"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2" name="Content placeholder 47">
            <a:extLst>
              <a:ext uri="{FF2B5EF4-FFF2-40B4-BE49-F238E27FC236}">
                <a16:creationId xmlns:a16="http://schemas.microsoft.com/office/drawing/2014/main" id="{49DB7120-2F2C-4F89-AA8C-ABC4F3FF25F3}"/>
              </a:ext>
            </a:extLst>
          </p:cNvPr>
          <p:cNvSpPr>
            <a:spLocks noGrp="1"/>
          </p:cNvSpPr>
          <p:nvPr>
            <p:ph type="body" sz="quarter" idx="43" hasCustomPrompt="1"/>
          </p:nvPr>
        </p:nvSpPr>
        <p:spPr>
          <a:xfrm>
            <a:off x="7501941"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3" name="Content placeholder 47" descr="Click icon to add picture">
            <a:extLst>
              <a:ext uri="{FF2B5EF4-FFF2-40B4-BE49-F238E27FC236}">
                <a16:creationId xmlns:a16="http://schemas.microsoft.com/office/drawing/2014/main" id="{AEB1F7BA-7D83-4C23-A72B-82DF9377E9C3}"/>
              </a:ext>
            </a:extLst>
          </p:cNvPr>
          <p:cNvSpPr>
            <a:spLocks noGrp="1"/>
          </p:cNvSpPr>
          <p:nvPr>
            <p:ph type="body" sz="quarter" idx="44" hasCustomPrompt="1"/>
          </p:nvPr>
        </p:nvSpPr>
        <p:spPr>
          <a:xfrm>
            <a:off x="8734718"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4" name="Content placeholder 47">
            <a:extLst>
              <a:ext uri="{FF2B5EF4-FFF2-40B4-BE49-F238E27FC236}">
                <a16:creationId xmlns:a16="http://schemas.microsoft.com/office/drawing/2014/main" id="{7C32F3EB-1AC3-40E9-B66D-ADB19CC74F0F}"/>
              </a:ext>
            </a:extLst>
          </p:cNvPr>
          <p:cNvSpPr>
            <a:spLocks noGrp="1"/>
          </p:cNvSpPr>
          <p:nvPr>
            <p:ph type="body" sz="quarter" idx="45" hasCustomPrompt="1"/>
          </p:nvPr>
        </p:nvSpPr>
        <p:spPr>
          <a:xfrm>
            <a:off x="8734718" y="293771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2" name="Title 1">
            <a:extLst>
              <a:ext uri="{FF2B5EF4-FFF2-40B4-BE49-F238E27FC236}">
                <a16:creationId xmlns:a16="http://schemas.microsoft.com/office/drawing/2014/main" id="{667E7569-B8BF-39D0-D742-EF98B83E4E1D}"/>
              </a:ext>
            </a:extLst>
          </p:cNvPr>
          <p:cNvSpPr>
            <a:spLocks noGrp="1"/>
          </p:cNvSpPr>
          <p:nvPr>
            <p:ph type="title"/>
          </p:nvPr>
        </p:nvSpPr>
        <p:spPr>
          <a:xfrm>
            <a:off x="578914" y="726705"/>
            <a:ext cx="10515600" cy="1205058"/>
          </a:xfrm>
        </p:spPr>
        <p:txBody>
          <a:bodyPr anchor="t">
            <a:noAutofit/>
          </a:bodyPr>
          <a:lstStyle>
            <a:lvl1pPr algn="l">
              <a:defRPr>
                <a:solidFill>
                  <a:schemeClr val="accent6"/>
                </a:solidFill>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9FC159C7-D006-5B5F-1FEA-689C432B8C8C}"/>
              </a:ext>
            </a:extLst>
          </p:cNvPr>
          <p:cNvSpPr>
            <a:spLocks noGrp="1"/>
          </p:cNvSpPr>
          <p:nvPr>
            <p:ph type="ftr" sz="quarter" idx="46"/>
          </p:nvPr>
        </p:nvSpPr>
        <p:spPr/>
        <p:txBody>
          <a:bodyPr>
            <a:noAutofit/>
          </a:bodyPr>
          <a:lstStyle>
            <a:lvl1pPr>
              <a:defRPr>
                <a:solidFill>
                  <a:schemeClr val="accent6"/>
                </a:solidFill>
              </a:defRPr>
            </a:lvl1pPr>
          </a:lstStyle>
          <a:p>
            <a:r>
              <a:rPr lang="en-US"/>
              <a:t>Presentation title</a:t>
            </a:r>
            <a:endParaRPr lang="en-US" dirty="0"/>
          </a:p>
        </p:txBody>
      </p:sp>
      <p:sp>
        <p:nvSpPr>
          <p:cNvPr id="4" name="Slide Number Placeholder 3">
            <a:extLst>
              <a:ext uri="{FF2B5EF4-FFF2-40B4-BE49-F238E27FC236}">
                <a16:creationId xmlns:a16="http://schemas.microsoft.com/office/drawing/2014/main" id="{4F0EBABD-E264-2C96-1139-289A712F35B7}"/>
              </a:ext>
            </a:extLst>
          </p:cNvPr>
          <p:cNvSpPr>
            <a:spLocks noGrp="1"/>
          </p:cNvSpPr>
          <p:nvPr>
            <p:ph type="sldNum" sz="quarter" idx="47"/>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590880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Freeform: Shape 19">
            <a:extLst>
              <a:ext uri="{FF2B5EF4-FFF2-40B4-BE49-F238E27FC236}">
                <a16:creationId xmlns:a16="http://schemas.microsoft.com/office/drawing/2014/main" id="{F38B75F8-75D4-4B41-B7C7-433032DD0A6F}"/>
              </a:ext>
            </a:extLst>
          </p:cNvPr>
          <p:cNvSpPr/>
          <p:nvPr userDrawn="1"/>
        </p:nvSpPr>
        <p:spPr>
          <a:xfrm flipH="1">
            <a:off x="769290" y="491100"/>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8" name="Freeform: Shape 24">
            <a:extLst>
              <a:ext uri="{FF2B5EF4-FFF2-40B4-BE49-F238E27FC236}">
                <a16:creationId xmlns:a16="http://schemas.microsoft.com/office/drawing/2014/main" id="{671D1224-EDDC-4900-92DC-13608D44C524}"/>
              </a:ext>
            </a:extLst>
          </p:cNvPr>
          <p:cNvSpPr/>
          <p:nvPr userDrawn="1"/>
        </p:nvSpPr>
        <p:spPr>
          <a:xfrm flipH="1">
            <a:off x="783145"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Freeform 14">
            <a:extLst>
              <a:ext uri="{FF2B5EF4-FFF2-40B4-BE49-F238E27FC236}">
                <a16:creationId xmlns:a16="http://schemas.microsoft.com/office/drawing/2014/main" id="{635A9E44-4E60-1AD1-0B85-72422683B48A}"/>
              </a:ext>
            </a:extLst>
          </p:cNvPr>
          <p:cNvSpPr/>
          <p:nvPr userDrawn="1"/>
        </p:nvSpPr>
        <p:spPr>
          <a:xfrm flipH="1">
            <a:off x="0" y="3709992"/>
            <a:ext cx="115794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1" name="Subtitle 47" descr="Click icon to add picture">
            <a:extLst>
              <a:ext uri="{FF2B5EF4-FFF2-40B4-BE49-F238E27FC236}">
                <a16:creationId xmlns:a16="http://schemas.microsoft.com/office/drawing/2014/main" id="{0C7786BA-5E56-47AA-AE47-4EC07A0D4FA1}"/>
              </a:ext>
            </a:extLst>
          </p:cNvPr>
          <p:cNvSpPr>
            <a:spLocks noGrp="1"/>
          </p:cNvSpPr>
          <p:nvPr>
            <p:ph type="body" sz="quarter" idx="27" hasCustomPrompt="1"/>
          </p:nvPr>
        </p:nvSpPr>
        <p:spPr>
          <a:xfrm>
            <a:off x="4550705"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80214CF-87DD-476A-9B2E-A58DB313A61A}"/>
              </a:ext>
            </a:extLst>
          </p:cNvPr>
          <p:cNvSpPr>
            <a:spLocks noGrp="1"/>
          </p:cNvSpPr>
          <p:nvPr>
            <p:ph type="body" sz="quarter" idx="28" hasCustomPrompt="1"/>
          </p:nvPr>
        </p:nvSpPr>
        <p:spPr>
          <a:xfrm>
            <a:off x="4550705"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Picture placeholder">
            <a:extLst>
              <a:ext uri="{FF2B5EF4-FFF2-40B4-BE49-F238E27FC236}">
                <a16:creationId xmlns:a16="http://schemas.microsoft.com/office/drawing/2014/main" id="{264CF63C-079E-41AA-AA9A-762A765E699F}"/>
              </a:ext>
            </a:extLst>
          </p:cNvPr>
          <p:cNvSpPr>
            <a:spLocks noGrp="1"/>
          </p:cNvSpPr>
          <p:nvPr>
            <p:ph type="pic" sz="quarter" idx="51"/>
          </p:nvPr>
        </p:nvSpPr>
        <p:spPr>
          <a:xfrm>
            <a:off x="1788170" y="2296125"/>
            <a:ext cx="1886360" cy="214466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4550704" y="1690878"/>
            <a:ext cx="6599429"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18" name="Subtitle 47" descr="Click icon to add picture">
            <a:extLst>
              <a:ext uri="{FF2B5EF4-FFF2-40B4-BE49-F238E27FC236}">
                <a16:creationId xmlns:a16="http://schemas.microsoft.com/office/drawing/2014/main" id="{3C2C4001-E56F-4174-01AA-4630360BFF48}"/>
              </a:ext>
            </a:extLst>
          </p:cNvPr>
          <p:cNvSpPr>
            <a:spLocks noGrp="1"/>
          </p:cNvSpPr>
          <p:nvPr>
            <p:ph type="body" sz="quarter" idx="52" hasCustomPrompt="1"/>
          </p:nvPr>
        </p:nvSpPr>
        <p:spPr>
          <a:xfrm>
            <a:off x="7811506"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02DFC856-C546-62E9-220F-7A668D349056}"/>
              </a:ext>
            </a:extLst>
          </p:cNvPr>
          <p:cNvSpPr>
            <a:spLocks noGrp="1"/>
          </p:cNvSpPr>
          <p:nvPr>
            <p:ph type="body" sz="quarter" idx="53" hasCustomPrompt="1"/>
          </p:nvPr>
        </p:nvSpPr>
        <p:spPr>
          <a:xfrm>
            <a:off x="7811506"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613646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F946AB17-3782-8412-C51A-DE10A0637453}"/>
              </a:ext>
            </a:extLst>
          </p:cNvPr>
          <p:cNvSpPr/>
          <p:nvPr userDrawn="1"/>
        </p:nvSpPr>
        <p:spPr>
          <a:xfrm>
            <a:off x="0" y="2860787"/>
            <a:ext cx="2361029" cy="3676532"/>
          </a:xfrm>
          <a:custGeom>
            <a:avLst/>
            <a:gdLst>
              <a:gd name="connsiteX0" fmla="*/ 773997 w 2361029"/>
              <a:gd name="connsiteY0" fmla="*/ 0 h 3676532"/>
              <a:gd name="connsiteX1" fmla="*/ 2361029 w 2361029"/>
              <a:gd name="connsiteY1" fmla="*/ 925683 h 3676532"/>
              <a:gd name="connsiteX2" fmla="*/ 2361029 w 2361029"/>
              <a:gd name="connsiteY2" fmla="*/ 2763949 h 3676532"/>
              <a:gd name="connsiteX3" fmla="*/ 769661 w 2361029"/>
              <a:gd name="connsiteY3" fmla="*/ 3676532 h 3676532"/>
              <a:gd name="connsiteX4" fmla="*/ 0 w 2361029"/>
              <a:gd name="connsiteY4" fmla="*/ 3234717 h 3676532"/>
              <a:gd name="connsiteX5" fmla="*/ 0 w 2361029"/>
              <a:gd name="connsiteY5" fmla="*/ 44688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1029" h="3676532">
                <a:moveTo>
                  <a:pt x="773997" y="0"/>
                </a:moveTo>
                <a:lnTo>
                  <a:pt x="2361029" y="925683"/>
                </a:lnTo>
                <a:lnTo>
                  <a:pt x="2361029" y="2763949"/>
                </a:lnTo>
                <a:lnTo>
                  <a:pt x="769661" y="3676532"/>
                </a:lnTo>
                <a:lnTo>
                  <a:pt x="0" y="3234717"/>
                </a:lnTo>
                <a:lnTo>
                  <a:pt x="0" y="446885"/>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1014233" y="5253270"/>
            <a:ext cx="1710765" cy="1593273"/>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2" name="Content Placeholder 47" descr="Click icon to add picture">
            <a:extLst>
              <a:ext uri="{FF2B5EF4-FFF2-40B4-BE49-F238E27FC236}">
                <a16:creationId xmlns:a16="http://schemas.microsoft.com/office/drawing/2014/main" id="{95ADF367-2619-4E00-AB82-8FFF41D0E5C2}"/>
              </a:ext>
            </a:extLst>
          </p:cNvPr>
          <p:cNvSpPr>
            <a:spLocks noGrp="1"/>
          </p:cNvSpPr>
          <p:nvPr>
            <p:ph type="body" sz="quarter" idx="27" hasCustomPrompt="1"/>
          </p:nvPr>
        </p:nvSpPr>
        <p:spPr>
          <a:xfrm>
            <a:off x="5271609" y="1025236"/>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CEB04CE-793E-47B4-8D80-9B82864F2CDF}"/>
              </a:ext>
            </a:extLst>
          </p:cNvPr>
          <p:cNvSpPr>
            <a:spLocks noGrp="1"/>
          </p:cNvSpPr>
          <p:nvPr>
            <p:ph type="body" sz="quarter" idx="28" hasCustomPrompt="1"/>
          </p:nvPr>
        </p:nvSpPr>
        <p:spPr>
          <a:xfrm>
            <a:off x="5271608" y="1469069"/>
            <a:ext cx="5162709" cy="1506166"/>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4" name="Content Placeholder 47" descr="Click icon to add picture">
            <a:extLst>
              <a:ext uri="{FF2B5EF4-FFF2-40B4-BE49-F238E27FC236}">
                <a16:creationId xmlns:a16="http://schemas.microsoft.com/office/drawing/2014/main" id="{067BF8FD-2643-4122-BE3E-63F413244ECB}"/>
              </a:ext>
            </a:extLst>
          </p:cNvPr>
          <p:cNvSpPr>
            <a:spLocks noGrp="1"/>
          </p:cNvSpPr>
          <p:nvPr>
            <p:ph type="body" sz="quarter" idx="29" hasCustomPrompt="1"/>
          </p:nvPr>
        </p:nvSpPr>
        <p:spPr>
          <a:xfrm>
            <a:off x="5271609" y="2984685"/>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descr="Click icon to add picture">
            <a:extLst>
              <a:ext uri="{FF2B5EF4-FFF2-40B4-BE49-F238E27FC236}">
                <a16:creationId xmlns:a16="http://schemas.microsoft.com/office/drawing/2014/main" id="{02260D10-FEA1-48A7-B544-FAEEAECF5DE2}"/>
              </a:ext>
            </a:extLst>
          </p:cNvPr>
          <p:cNvSpPr>
            <a:spLocks noGrp="1"/>
          </p:cNvSpPr>
          <p:nvPr>
            <p:ph type="body" sz="quarter" idx="31" hasCustomPrompt="1"/>
          </p:nvPr>
        </p:nvSpPr>
        <p:spPr>
          <a:xfrm>
            <a:off x="5271607" y="4597473"/>
            <a:ext cx="5162709" cy="421399"/>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64584B30-8BCF-4D75-8A6C-FD82347CC7B6}"/>
              </a:ext>
            </a:extLst>
          </p:cNvPr>
          <p:cNvSpPr>
            <a:spLocks noGrp="1"/>
          </p:cNvSpPr>
          <p:nvPr>
            <p:ph type="body" sz="quarter" idx="34" hasCustomPrompt="1"/>
          </p:nvPr>
        </p:nvSpPr>
        <p:spPr>
          <a:xfrm>
            <a:off x="5271608" y="3419684"/>
            <a:ext cx="5162709" cy="1177789"/>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8" name="Content Placeholder 47">
            <a:extLst>
              <a:ext uri="{FF2B5EF4-FFF2-40B4-BE49-F238E27FC236}">
                <a16:creationId xmlns:a16="http://schemas.microsoft.com/office/drawing/2014/main" id="{A4A25056-27FA-4039-ACFA-6624F778712A}"/>
              </a:ext>
            </a:extLst>
          </p:cNvPr>
          <p:cNvSpPr>
            <a:spLocks noGrp="1"/>
          </p:cNvSpPr>
          <p:nvPr>
            <p:ph type="body" sz="quarter" idx="35" hasCustomPrompt="1"/>
          </p:nvPr>
        </p:nvSpPr>
        <p:spPr>
          <a:xfrm>
            <a:off x="5271608" y="5041922"/>
            <a:ext cx="5162709" cy="1635938"/>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631891"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502665" y="707105"/>
            <a:ext cx="3994173" cy="2277580"/>
          </a:xfrm>
        </p:spPr>
        <p:txBody>
          <a:bodyPr anchor="t">
            <a:noAutofit/>
          </a:bodyPr>
          <a:lstStyle>
            <a:lvl1pPr>
              <a:defRPr>
                <a:solidFill>
                  <a:schemeClr val="accent6"/>
                </a:solidFill>
              </a:defRPr>
            </a:lvl1pPr>
          </a:lstStyle>
          <a:p>
            <a:r>
              <a:rPr lang="en-US"/>
              <a:t>Click to edit Master title style</a:t>
            </a:r>
            <a:endParaRPr lang="en-US" dirty="0"/>
          </a:p>
        </p:txBody>
      </p:sp>
      <p:sp>
        <p:nvSpPr>
          <p:cNvPr id="18" name="Picture Placeholder 2">
            <a:extLst>
              <a:ext uri="{FF2B5EF4-FFF2-40B4-BE49-F238E27FC236}">
                <a16:creationId xmlns:a16="http://schemas.microsoft.com/office/drawing/2014/main" id="{E53E8C9F-CD73-30CD-1F24-20F2E6149D58}"/>
              </a:ext>
            </a:extLst>
          </p:cNvPr>
          <p:cNvSpPr>
            <a:spLocks noGrp="1"/>
          </p:cNvSpPr>
          <p:nvPr>
            <p:ph type="pic" sz="quarter" idx="36"/>
          </p:nvPr>
        </p:nvSpPr>
        <p:spPr>
          <a:xfrm>
            <a:off x="4734172" y="1141669"/>
            <a:ext cx="507778"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19" name="Picture Placeholder 2">
            <a:extLst>
              <a:ext uri="{FF2B5EF4-FFF2-40B4-BE49-F238E27FC236}">
                <a16:creationId xmlns:a16="http://schemas.microsoft.com/office/drawing/2014/main" id="{CE61E189-349E-0076-EA43-7BCB6E24CE86}"/>
              </a:ext>
            </a:extLst>
          </p:cNvPr>
          <p:cNvSpPr>
            <a:spLocks noGrp="1"/>
          </p:cNvSpPr>
          <p:nvPr>
            <p:ph type="pic" sz="quarter" idx="37"/>
          </p:nvPr>
        </p:nvSpPr>
        <p:spPr>
          <a:xfrm>
            <a:off x="4724705" y="3105650"/>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21" name="Picture Placeholder 2">
            <a:extLst>
              <a:ext uri="{FF2B5EF4-FFF2-40B4-BE49-F238E27FC236}">
                <a16:creationId xmlns:a16="http://schemas.microsoft.com/office/drawing/2014/main" id="{68B04572-5D47-C3DF-CDEA-15EC646EA8FE}"/>
              </a:ext>
            </a:extLst>
          </p:cNvPr>
          <p:cNvSpPr>
            <a:spLocks noGrp="1"/>
          </p:cNvSpPr>
          <p:nvPr>
            <p:ph type="pic" sz="quarter" idx="38"/>
          </p:nvPr>
        </p:nvSpPr>
        <p:spPr>
          <a:xfrm>
            <a:off x="4714069" y="4716041"/>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62113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8" name="Content Placeholder 47">
            <a:extLst>
              <a:ext uri="{FF2B5EF4-FFF2-40B4-BE49-F238E27FC236}">
                <a16:creationId xmlns:a16="http://schemas.microsoft.com/office/drawing/2014/main" id="{3EDD8D3E-653B-4A9E-9868-3B013A65FE9F}"/>
              </a:ext>
            </a:extLst>
          </p:cNvPr>
          <p:cNvSpPr>
            <a:spLocks noGrp="1"/>
          </p:cNvSpPr>
          <p:nvPr>
            <p:ph type="pic" sz="quarter" idx="48"/>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ln w="19050">
            <a:noFill/>
          </a:ln>
        </p:spPr>
        <p:txBody>
          <a:bodyPr anchor="ctr">
            <a:noAutofit/>
          </a:bodyPr>
          <a:lstStyle>
            <a:lvl1pPr marL="0" indent="0" algn="ctr">
              <a:buNone/>
              <a:defRPr>
                <a:solidFill>
                  <a:schemeClr val="accent6"/>
                </a:solidFill>
              </a:defRPr>
            </a:lvl1pPr>
          </a:lstStyle>
          <a:p>
            <a:r>
              <a:rPr lang="en-US" altLang="zh-CN"/>
              <a:t>Click icon to add picture</a:t>
            </a:r>
            <a:endParaRPr lang="zh-CN" altLang="en-US"/>
          </a:p>
        </p:txBody>
      </p:sp>
      <p:sp>
        <p:nvSpPr>
          <p:cNvPr id="18" name="Content Placeholder 47">
            <a:extLst>
              <a:ext uri="{FF2B5EF4-FFF2-40B4-BE49-F238E27FC236}">
                <a16:creationId xmlns:a16="http://schemas.microsoft.com/office/drawing/2014/main" id="{DD4E6A9F-7400-917B-6A6B-6BAB445E85FA}"/>
              </a:ext>
            </a:extLst>
          </p:cNvPr>
          <p:cNvSpPr>
            <a:spLocks noGrp="1"/>
          </p:cNvSpPr>
          <p:nvPr>
            <p:ph type="body" sz="quarter" idx="28" hasCustomPrompt="1"/>
          </p:nvPr>
        </p:nvSpPr>
        <p:spPr>
          <a:xfrm>
            <a:off x="517427" y="3253120"/>
            <a:ext cx="4959822" cy="2007158"/>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19" name="Freeform: Shape 25">
            <a:extLst>
              <a:ext uri="{FF2B5EF4-FFF2-40B4-BE49-F238E27FC236}">
                <a16:creationId xmlns:a16="http://schemas.microsoft.com/office/drawing/2014/main" id="{D7BBD3E8-D5DD-C21F-3792-4880373CCDCC}"/>
              </a:ext>
            </a:extLst>
          </p:cNvPr>
          <p:cNvSpPr/>
          <p:nvPr userDrawn="1"/>
        </p:nvSpPr>
        <p:spPr>
          <a:xfrm flipH="1">
            <a:off x="7400972" y="4508725"/>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20" name="Freeform: Shape 11">
            <a:extLst>
              <a:ext uri="{FF2B5EF4-FFF2-40B4-BE49-F238E27FC236}">
                <a16:creationId xmlns:a16="http://schemas.microsoft.com/office/drawing/2014/main" id="{FC461D80-0CAC-62E5-726A-63B48BEF3F25}"/>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3" name="Title 2">
            <a:extLst>
              <a:ext uri="{FF2B5EF4-FFF2-40B4-BE49-F238E27FC236}">
                <a16:creationId xmlns:a16="http://schemas.microsoft.com/office/drawing/2014/main" id="{D4944167-AFE9-AE61-AF44-B9AEE24D17D8}"/>
              </a:ext>
            </a:extLst>
          </p:cNvPr>
          <p:cNvSpPr>
            <a:spLocks noGrp="1"/>
          </p:cNvSpPr>
          <p:nvPr>
            <p:ph type="title"/>
          </p:nvPr>
        </p:nvSpPr>
        <p:spPr>
          <a:xfrm>
            <a:off x="517427" y="2497488"/>
            <a:ext cx="9823998" cy="1325563"/>
          </a:xfrm>
        </p:spPr>
        <p:txBody>
          <a:bodyPr anchor="t">
            <a:noAutofit/>
          </a:bodyPr>
          <a:lstStyle>
            <a:lvl1pP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47268D53-92DA-7335-4DAB-83485CAF3FE9}"/>
              </a:ext>
            </a:extLst>
          </p:cNvPr>
          <p:cNvSpPr>
            <a:spLocks noGrp="1"/>
          </p:cNvSpPr>
          <p:nvPr>
            <p:ph type="ftr" sz="quarter" idx="49"/>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9F9FCB16-3643-AB04-D20E-A14FFE07F67C}"/>
              </a:ext>
            </a:extLst>
          </p:cNvPr>
          <p:cNvSpPr>
            <a:spLocks noGrp="1"/>
          </p:cNvSpPr>
          <p:nvPr>
            <p:ph type="sldNum" sz="quarter" idx="5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2132766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8" name="Content Placeholder 47">
            <a:extLst>
              <a:ext uri="{FF2B5EF4-FFF2-40B4-BE49-F238E27FC236}">
                <a16:creationId xmlns:a16="http://schemas.microsoft.com/office/drawing/2014/main" id="{073CD90F-1E45-47EC-B558-D5F638F5FE6F}"/>
              </a:ext>
            </a:extLst>
          </p:cNvPr>
          <p:cNvSpPr>
            <a:spLocks noGrp="1"/>
          </p:cNvSpPr>
          <p:nvPr>
            <p:ph type="pic" sz="quarter" idx="48"/>
          </p:nvPr>
        </p:nvSpPr>
        <p:spPr>
          <a:xfrm>
            <a:off x="2754948" y="250209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9" name="Content Placeholder 47">
            <a:extLst>
              <a:ext uri="{FF2B5EF4-FFF2-40B4-BE49-F238E27FC236}">
                <a16:creationId xmlns:a16="http://schemas.microsoft.com/office/drawing/2014/main" id="{9A501203-35D0-41A5-A2A4-9F05FAB495C4}"/>
              </a:ext>
            </a:extLst>
          </p:cNvPr>
          <p:cNvSpPr>
            <a:spLocks noGrp="1"/>
          </p:cNvSpPr>
          <p:nvPr>
            <p:ph type="pic" sz="quarter" idx="49"/>
          </p:nvPr>
        </p:nvSpPr>
        <p:spPr>
          <a:xfrm>
            <a:off x="391110" y="2493385"/>
            <a:ext cx="1465840" cy="1289394"/>
          </a:xfrm>
          <a:prstGeom prst="hexagon">
            <a:avLst>
              <a:gd name="adj" fmla="val 28349"/>
              <a:gd name="vf" fmla="val 115470"/>
            </a:avLst>
          </a:prstGeom>
          <a:ln>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0" name="Content Placeholder 47">
            <a:extLst>
              <a:ext uri="{FF2B5EF4-FFF2-40B4-BE49-F238E27FC236}">
                <a16:creationId xmlns:a16="http://schemas.microsoft.com/office/drawing/2014/main" id="{1FA62038-8BB7-45FD-896E-34738A5578BD}"/>
              </a:ext>
            </a:extLst>
          </p:cNvPr>
          <p:cNvSpPr>
            <a:spLocks noGrp="1"/>
          </p:cNvSpPr>
          <p:nvPr>
            <p:ph type="pic" sz="quarter" idx="50"/>
          </p:nvPr>
        </p:nvSpPr>
        <p:spPr>
          <a:xfrm>
            <a:off x="5151412" y="5238680"/>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1" name="Content Placeholder 47">
            <a:extLst>
              <a:ext uri="{FF2B5EF4-FFF2-40B4-BE49-F238E27FC236}">
                <a16:creationId xmlns:a16="http://schemas.microsoft.com/office/drawing/2014/main" id="{9A7E0EE6-5885-489B-81A9-65DBC0016938}"/>
              </a:ext>
            </a:extLst>
          </p:cNvPr>
          <p:cNvSpPr>
            <a:spLocks noGrp="1"/>
          </p:cNvSpPr>
          <p:nvPr>
            <p:ph type="pic" sz="quarter" idx="51"/>
          </p:nvPr>
        </p:nvSpPr>
        <p:spPr>
          <a:xfrm>
            <a:off x="3948599" y="319492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hasCustomPrompt="1"/>
          </p:nvPr>
        </p:nvSpPr>
        <p:spPr>
          <a:xfrm>
            <a:off x="6096000" y="3093990"/>
            <a:ext cx="3034145" cy="1879791"/>
          </a:xfrm>
          <a:prstGeom prst="rect">
            <a:avLst/>
          </a:prstGeom>
        </p:spPr>
        <p:txBody>
          <a:bodyPr anchor="t">
            <a:noAutofit/>
          </a:bodyPr>
          <a:lstStyle>
            <a:lvl1pPr marL="0" indent="0" algn="l">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96000" y="1703538"/>
            <a:ext cx="5055698"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Tree>
    <p:extLst>
      <p:ext uri="{BB962C8B-B14F-4D97-AF65-F5344CB8AC3E}">
        <p14:creationId xmlns:p14="http://schemas.microsoft.com/office/powerpoint/2010/main" val="31473342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A4456-BEA8-14BD-6003-02F50AC41D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A0462A7-D452-6A13-6274-29994465EF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3612526-1EEB-3540-D173-AEDD77A525C1}"/>
              </a:ext>
            </a:extLst>
          </p:cNvPr>
          <p:cNvSpPr>
            <a:spLocks noGrp="1"/>
          </p:cNvSpPr>
          <p:nvPr>
            <p:ph type="dt" sz="half" idx="10"/>
          </p:nvPr>
        </p:nvSpPr>
        <p:spPr/>
        <p:txBody>
          <a:bodyPr/>
          <a:lstStyle/>
          <a:p>
            <a:fld id="{CB24DC77-4CA6-4C87-BE67-3601FCD8D56C}" type="datetimeFigureOut">
              <a:rPr lang="en-US" smtClean="0"/>
              <a:t>1/14/2025</a:t>
            </a:fld>
            <a:endParaRPr lang="en-US"/>
          </a:p>
        </p:txBody>
      </p:sp>
      <p:sp>
        <p:nvSpPr>
          <p:cNvPr id="5" name="Footer Placeholder 4">
            <a:extLst>
              <a:ext uri="{FF2B5EF4-FFF2-40B4-BE49-F238E27FC236}">
                <a16:creationId xmlns:a16="http://schemas.microsoft.com/office/drawing/2014/main" id="{CACD1253-220F-E1C7-BE0F-14FE193291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F56B1A-C368-B68F-55B1-3C97093CDF05}"/>
              </a:ext>
            </a:extLst>
          </p:cNvPr>
          <p:cNvSpPr>
            <a:spLocks noGrp="1"/>
          </p:cNvSpPr>
          <p:nvPr>
            <p:ph type="sldNum" sz="quarter" idx="12"/>
          </p:nvPr>
        </p:nvSpPr>
        <p:spPr/>
        <p:txBody>
          <a:bodyPr/>
          <a:lstStyle/>
          <a:p>
            <a:fld id="{D5F9BE7B-8C6A-4521-AC0D-F4FAD6600991}" type="slidenum">
              <a:rPr lang="en-US" smtClean="0"/>
              <a:t>‹#›</a:t>
            </a:fld>
            <a:endParaRPr lang="en-US"/>
          </a:p>
        </p:txBody>
      </p:sp>
    </p:spTree>
    <p:extLst>
      <p:ext uri="{BB962C8B-B14F-4D97-AF65-F5344CB8AC3E}">
        <p14:creationId xmlns:p14="http://schemas.microsoft.com/office/powerpoint/2010/main" val="1586115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alpha val="20000"/>
          </a:schemeClr>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accent6"/>
                </a:solidFill>
                <a:latin typeface="+mn-lt"/>
              </a:defRPr>
            </a:lvl1pPr>
          </a:lstStyle>
          <a:p>
            <a:fld id="{47FEACEE-25B4-4A2D-B147-27296E36371D}" type="slidenum">
              <a:rPr lang="en-US" altLang="zh-CN" smtClean="0"/>
              <a:pPr/>
              <a:t>‹#›</a:t>
            </a:fld>
            <a:endParaRPr lang="en-US" altLang="zh-CN"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484632" y="6217920"/>
            <a:ext cx="4114800" cy="365125"/>
          </a:xfrm>
          <a:prstGeom prst="rect">
            <a:avLst/>
          </a:prstGeom>
        </p:spPr>
        <p:txBody>
          <a:bodyPr vert="horz" lIns="91440" tIns="45720" rIns="91440" bIns="45720" rtlCol="0" anchor="ctr">
            <a:noAutofit/>
          </a:bodyPr>
          <a:lstStyle>
            <a:lvl1pPr algn="l">
              <a:defRPr sz="1200">
                <a:solidFill>
                  <a:schemeClr val="accent6"/>
                </a:solidFill>
                <a:latin typeface="+mn-lt"/>
              </a:defRPr>
            </a:lvl1pPr>
          </a:lstStyle>
          <a:p>
            <a:r>
              <a:rPr lang="en-US"/>
              <a:t>Presentation title</a:t>
            </a:r>
            <a:endParaRPr lang="en-US"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52"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8" r:id="rId11"/>
    <p:sldLayoutId id="2147483661" r:id="rId12"/>
    <p:sldLayoutId id="2147483662" r:id="rId13"/>
    <p:sldLayoutId id="2147483663" r:id="rId14"/>
    <p:sldLayoutId id="2147483664" r:id="rId15"/>
    <p:sldLayoutId id="2147483665" r:id="rId16"/>
    <p:sldLayoutId id="2147483669" r:id="rId17"/>
  </p:sldLayoutIdLst>
  <p:hf hdr="0" dt="0"/>
  <p:txStyles>
    <p:title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png"/><Relationship Id="rId1" Type="http://schemas.openxmlformats.org/officeDocument/2006/relationships/slideLayout" Target="../slideLayouts/slideLayout1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6.xml"/><Relationship Id="rId1" Type="http://schemas.openxmlformats.org/officeDocument/2006/relationships/slideLayout" Target="../slideLayouts/slideLayout16.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DB8CFF3-B227-E876-FD8C-7BFDA55DDD06}"/>
              </a:ext>
            </a:extLst>
          </p:cNvPr>
          <p:cNvSpPr>
            <a:spLocks noGrp="1"/>
          </p:cNvSpPr>
          <p:nvPr>
            <p:ph type="ctrTitle"/>
          </p:nvPr>
        </p:nvSpPr>
        <p:spPr>
          <a:xfrm>
            <a:off x="1463488" y="457200"/>
            <a:ext cx="9144000" cy="840442"/>
          </a:xfrm>
        </p:spPr>
        <p:txBody>
          <a:bodyPr>
            <a:normAutofit fontScale="90000"/>
          </a:bodyPr>
          <a:lstStyle/>
          <a:p>
            <a:pPr algn="ctr">
              <a:lnSpc>
                <a:spcPct val="150000"/>
              </a:lnSpc>
            </a:pPr>
            <a:r>
              <a:rPr lang="en-US" sz="1800">
                <a:latin typeface="Roboto" panose="02000000000000000000" pitchFamily="2" charset="0"/>
                <a:ea typeface="Roboto" panose="02000000000000000000" pitchFamily="2" charset="0"/>
              </a:rPr>
              <a:t>THỰC TẬP ĐỒ ÁN CHUYÊN NGÀNH </a:t>
            </a:r>
            <a:br>
              <a:rPr lang="vi-VN" sz="1800" dirty="0">
                <a:effectLst/>
                <a:latin typeface="Roboto" panose="02000000000000000000" pitchFamily="2" charset="0"/>
                <a:ea typeface="Roboto" panose="02000000000000000000" pitchFamily="2" charset="0"/>
              </a:rPr>
            </a:br>
            <a:r>
              <a:rPr lang="en-US" sz="1800" b="1" dirty="0">
                <a:effectLst/>
                <a:latin typeface="Roboto" panose="02000000000000000000" pitchFamily="2" charset="0"/>
                <a:ea typeface="Roboto" panose="02000000000000000000" pitchFamily="2" charset="0"/>
              </a:rPr>
              <a:t>HỌC KỲ 1, NĂM </a:t>
            </a:r>
            <a:r>
              <a:rPr lang="en-US" sz="1800" b="1">
                <a:effectLst/>
                <a:latin typeface="Roboto" panose="02000000000000000000" pitchFamily="2" charset="0"/>
                <a:ea typeface="Roboto" panose="02000000000000000000" pitchFamily="2" charset="0"/>
              </a:rPr>
              <a:t>HỌC 2024-2025</a:t>
            </a:r>
            <a:endParaRPr lang="vi-VN" sz="1800" dirty="0">
              <a:effectLst/>
              <a:latin typeface="Roboto" panose="02000000000000000000" pitchFamily="2" charset="0"/>
              <a:ea typeface="Roboto" panose="02000000000000000000" pitchFamily="2" charset="0"/>
            </a:endParaRPr>
          </a:p>
        </p:txBody>
      </p:sp>
      <p:sp>
        <p:nvSpPr>
          <p:cNvPr id="3" name="Tiêu đề phụ 2">
            <a:extLst>
              <a:ext uri="{FF2B5EF4-FFF2-40B4-BE49-F238E27FC236}">
                <a16:creationId xmlns:a16="http://schemas.microsoft.com/office/drawing/2014/main" id="{3F9235B5-4F7F-1AA1-BCAB-1A7ADA5F04DE}"/>
              </a:ext>
            </a:extLst>
          </p:cNvPr>
          <p:cNvSpPr>
            <a:spLocks noGrp="1"/>
          </p:cNvSpPr>
          <p:nvPr>
            <p:ph type="subTitle" idx="1"/>
          </p:nvPr>
        </p:nvSpPr>
        <p:spPr>
          <a:xfrm>
            <a:off x="2117912" y="2856188"/>
            <a:ext cx="8227359" cy="1145624"/>
          </a:xfrm>
        </p:spPr>
        <p:txBody>
          <a:bodyPr>
            <a:normAutofit/>
          </a:bodyPr>
          <a:lstStyle/>
          <a:p>
            <a:r>
              <a:rPr lang="en-US" sz="3500" b="1">
                <a:effectLst/>
                <a:latin typeface="Roboto" panose="02000000000000000000" pitchFamily="2" charset="0"/>
                <a:ea typeface="Roboto" panose="02000000000000000000" pitchFamily="2" charset="0"/>
              </a:rPr>
              <a:t>XÂY DỰNG WEBSITE THƯƠNG MẠI ĐIỆN TỬ GIÀY THỜI TRANG NODE.JS</a:t>
            </a:r>
            <a:endParaRPr lang="vi-VN" sz="3500">
              <a:effectLst/>
              <a:latin typeface="Roboto" panose="02000000000000000000" pitchFamily="2" charset="0"/>
              <a:ea typeface="Roboto" panose="02000000000000000000" pitchFamily="2" charset="0"/>
            </a:endParaRPr>
          </a:p>
          <a:p>
            <a:endParaRPr lang="vi-VN" sz="3500" dirty="0">
              <a:latin typeface="Roboto" panose="02000000000000000000" pitchFamily="2" charset="0"/>
              <a:ea typeface="Roboto" panose="02000000000000000000" pitchFamily="2" charset="0"/>
            </a:endParaRPr>
          </a:p>
        </p:txBody>
      </p:sp>
      <p:sp>
        <p:nvSpPr>
          <p:cNvPr id="6" name="Hộp Văn bản 5">
            <a:extLst>
              <a:ext uri="{FF2B5EF4-FFF2-40B4-BE49-F238E27FC236}">
                <a16:creationId xmlns:a16="http://schemas.microsoft.com/office/drawing/2014/main" id="{54CE5BFB-CC36-DD10-06A0-9DB3689EE244}"/>
              </a:ext>
            </a:extLst>
          </p:cNvPr>
          <p:cNvSpPr txBox="1"/>
          <p:nvPr/>
        </p:nvSpPr>
        <p:spPr>
          <a:xfrm>
            <a:off x="4727012" y="5571589"/>
            <a:ext cx="3009157" cy="646331"/>
          </a:xfrm>
          <a:prstGeom prst="rect">
            <a:avLst/>
          </a:prstGeom>
          <a:noFill/>
        </p:spPr>
        <p:txBody>
          <a:bodyPr wrap="none" rtlCol="0">
            <a:spAutoFit/>
          </a:bodyPr>
          <a:lstStyle/>
          <a:p>
            <a:r>
              <a:rPr lang="en-US" sz="1800" b="1" i="1" err="1">
                <a:effectLst/>
                <a:latin typeface="Roboto" panose="02000000000000000000" pitchFamily="2" charset="0"/>
                <a:ea typeface="Roboto" panose="02000000000000000000" pitchFamily="2" charset="0"/>
              </a:rPr>
              <a:t>Trà</a:t>
            </a:r>
            <a:r>
              <a:rPr lang="en-US" sz="1800" b="1" i="1">
                <a:effectLst/>
                <a:latin typeface="Roboto" panose="02000000000000000000" pitchFamily="2" charset="0"/>
                <a:ea typeface="Roboto" panose="02000000000000000000" pitchFamily="2" charset="0"/>
              </a:rPr>
              <a:t> Vinh, tháng 1 năm 2025</a:t>
            </a:r>
            <a:endParaRPr lang="vi-VN" sz="1800">
              <a:effectLst/>
              <a:latin typeface="Roboto" panose="02000000000000000000" pitchFamily="2" charset="0"/>
              <a:ea typeface="Roboto" panose="02000000000000000000" pitchFamily="2" charset="0"/>
            </a:endParaRPr>
          </a:p>
          <a:p>
            <a:endParaRPr lang="vi-VN">
              <a:latin typeface="Roboto" panose="02000000000000000000" pitchFamily="2" charset="0"/>
              <a:ea typeface="Roboto" panose="02000000000000000000" pitchFamily="2" charset="0"/>
            </a:endParaRPr>
          </a:p>
        </p:txBody>
      </p:sp>
      <p:pic>
        <p:nvPicPr>
          <p:cNvPr id="1026" name="Picture 2">
            <a:extLst>
              <a:ext uri="{FF2B5EF4-FFF2-40B4-BE49-F238E27FC236}">
                <a16:creationId xmlns:a16="http://schemas.microsoft.com/office/drawing/2014/main" id="{16177426-8579-4FE0-9446-59AD976515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8800" y="1537256"/>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Slide Number Placeholder 6">
            <a:extLst>
              <a:ext uri="{FF2B5EF4-FFF2-40B4-BE49-F238E27FC236}">
                <a16:creationId xmlns:a16="http://schemas.microsoft.com/office/drawing/2014/main" id="{24FB4693-BBFF-A64A-8D64-7A261A98B970}"/>
              </a:ext>
            </a:extLst>
          </p:cNvPr>
          <p:cNvSpPr>
            <a:spLocks noGrp="1"/>
          </p:cNvSpPr>
          <p:nvPr>
            <p:ph type="sldNum" sz="quarter" idx="12"/>
          </p:nvPr>
        </p:nvSpPr>
        <p:spPr/>
        <p:txBody>
          <a:bodyPr/>
          <a:lstStyle/>
          <a:p>
            <a:fld id="{E4B5E362-469B-43B9-A133-178F0BAD0EDC}" type="slidenum">
              <a:rPr lang="vi-VN" smtClean="0">
                <a:latin typeface="Roboto" panose="02000000000000000000" pitchFamily="2" charset="0"/>
                <a:ea typeface="Roboto" panose="02000000000000000000" pitchFamily="2" charset="0"/>
              </a:rPr>
              <a:t>1</a:t>
            </a:fld>
            <a:endParaRPr lang="vi-VN">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697867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B5724-DD81-6990-7D94-CA8C916F5E55}"/>
              </a:ext>
            </a:extLst>
          </p:cNvPr>
          <p:cNvSpPr>
            <a:spLocks noGrp="1"/>
          </p:cNvSpPr>
          <p:nvPr>
            <p:ph type="title"/>
          </p:nvPr>
        </p:nvSpPr>
        <p:spPr>
          <a:xfrm>
            <a:off x="1484764" y="1986926"/>
            <a:ext cx="5257793" cy="2057441"/>
          </a:xfrm>
        </p:spPr>
        <p:txBody>
          <a:bodyPr/>
          <a:lstStyle/>
          <a:p>
            <a:r>
              <a:rPr lang="en-US" sz="3000" b="1">
                <a:effectLst/>
                <a:latin typeface="Roboto" panose="02000000000000000000" pitchFamily="2" charset="0"/>
                <a:ea typeface="Roboto" panose="02000000000000000000" pitchFamily="2" charset="0"/>
              </a:rPr>
              <a:t>XÂY DỰNG WEBSITE THƯƠNG MẠI ĐIỆN TỬ GIÀY THỜI TRANG NODE.JS</a:t>
            </a:r>
            <a:br>
              <a:rPr lang="vi-VN" sz="3000">
                <a:effectLst/>
                <a:latin typeface="Roboto" panose="02000000000000000000" pitchFamily="2" charset="0"/>
                <a:ea typeface="Roboto" panose="02000000000000000000" pitchFamily="2" charset="0"/>
              </a:rPr>
            </a:br>
            <a:endParaRPr lang="vi-VN" sz="3000" dirty="0">
              <a:latin typeface="Roboto" panose="02000000000000000000" pitchFamily="2" charset="0"/>
              <a:ea typeface="Roboto" panose="02000000000000000000" pitchFamily="2" charset="0"/>
            </a:endParaRPr>
          </a:p>
        </p:txBody>
      </p:sp>
      <p:sp>
        <p:nvSpPr>
          <p:cNvPr id="3" name="Text Placeholder 2">
            <a:extLst>
              <a:ext uri="{FF2B5EF4-FFF2-40B4-BE49-F238E27FC236}">
                <a16:creationId xmlns:a16="http://schemas.microsoft.com/office/drawing/2014/main" id="{E301D76E-59FD-5F9B-8746-903ADF495825}"/>
              </a:ext>
            </a:extLst>
          </p:cNvPr>
          <p:cNvSpPr>
            <a:spLocks noGrp="1"/>
          </p:cNvSpPr>
          <p:nvPr>
            <p:ph type="body" sz="quarter" idx="28"/>
          </p:nvPr>
        </p:nvSpPr>
        <p:spPr>
          <a:xfrm>
            <a:off x="1592400" y="4205986"/>
            <a:ext cx="2907881" cy="760288"/>
          </a:xfrm>
        </p:spPr>
        <p:txBody>
          <a:bodyPr/>
          <a:lstStyle/>
          <a:p>
            <a:r>
              <a:rPr lang="en-US" dirty="0" err="1">
                <a:latin typeface="Posterama Text Black (Headings)"/>
                <a:cs typeface="Times New Roman" panose="02020603050405020304" pitchFamily="18" charset="0"/>
              </a:rPr>
              <a:t>Sử</a:t>
            </a:r>
            <a:r>
              <a:rPr lang="en-US" dirty="0">
                <a:latin typeface="Posterama Text Black (Headings)"/>
                <a:cs typeface="Times New Roman" panose="02020603050405020304" pitchFamily="18" charset="0"/>
              </a:rPr>
              <a:t> </a:t>
            </a:r>
            <a:r>
              <a:rPr lang="en-US" dirty="0" err="1">
                <a:latin typeface="Posterama Text Black (Headings)"/>
                <a:cs typeface="Times New Roman" panose="02020603050405020304" pitchFamily="18" charset="0"/>
              </a:rPr>
              <a:t>dụng</a:t>
            </a:r>
            <a:r>
              <a:rPr lang="en-US" dirty="0">
                <a:latin typeface="Posterama Text Black (Headings)"/>
                <a:cs typeface="Times New Roman" panose="02020603050405020304" pitchFamily="18" charset="0"/>
              </a:rPr>
              <a:t> </a:t>
            </a:r>
            <a:r>
              <a:rPr lang="en-US" dirty="0" err="1">
                <a:latin typeface="Posterama Text Black (Headings)"/>
                <a:cs typeface="Times New Roman" panose="02020603050405020304" pitchFamily="18" charset="0"/>
              </a:rPr>
              <a:t>Reactjs</a:t>
            </a:r>
            <a:r>
              <a:rPr lang="en-US">
                <a:latin typeface="Posterama Text Black (Headings)"/>
                <a:cs typeface="Times New Roman" panose="02020603050405020304" pitchFamily="18" charset="0"/>
              </a:rPr>
              <a:t>, Nodejs </a:t>
            </a:r>
            <a:r>
              <a:rPr lang="en-US" dirty="0" err="1">
                <a:latin typeface="Posterama Text Black (Headings)"/>
                <a:cs typeface="Times New Roman" panose="02020603050405020304" pitchFamily="18" charset="0"/>
              </a:rPr>
              <a:t>và</a:t>
            </a:r>
            <a:r>
              <a:rPr lang="en-US" dirty="0">
                <a:latin typeface="Posterama Text Black (Headings)"/>
                <a:cs typeface="Times New Roman" panose="02020603050405020304" pitchFamily="18" charset="0"/>
              </a:rPr>
              <a:t> MySQL</a:t>
            </a:r>
          </a:p>
        </p:txBody>
      </p:sp>
      <p:sp>
        <p:nvSpPr>
          <p:cNvPr id="4" name="Footer Placeholder 3">
            <a:extLst>
              <a:ext uri="{FF2B5EF4-FFF2-40B4-BE49-F238E27FC236}">
                <a16:creationId xmlns:a16="http://schemas.microsoft.com/office/drawing/2014/main" id="{E6D1F995-917F-BA2A-B3E9-92C1C77CF5B6}"/>
              </a:ext>
            </a:extLst>
          </p:cNvPr>
          <p:cNvSpPr txBox="1">
            <a:spLocks/>
          </p:cNvSpPr>
          <p:nvPr/>
        </p:nvSpPr>
        <p:spPr>
          <a:xfrm>
            <a:off x="484632" y="6217920"/>
            <a:ext cx="3074356"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a:latin typeface="Roboto" panose="02000000000000000000" pitchFamily="2" charset="0"/>
                <a:ea typeface="Roboto" panose="02000000000000000000" pitchFamily="2" charset="0"/>
              </a:rPr>
              <a:t>XÂY DỰNG WEBSITE BÁN PC</a:t>
            </a:r>
            <a:endParaRPr lang="vi-VN" sz="1000" dirty="0">
              <a:latin typeface="Roboto" panose="02000000000000000000" pitchFamily="2" charset="0"/>
              <a:ea typeface="Roboto" panose="02000000000000000000" pitchFamily="2" charset="0"/>
            </a:endParaRPr>
          </a:p>
        </p:txBody>
      </p:sp>
      <p:pic>
        <p:nvPicPr>
          <p:cNvPr id="5" name="Picture Placeholder 29">
            <a:extLst>
              <a:ext uri="{FF2B5EF4-FFF2-40B4-BE49-F238E27FC236}">
                <a16:creationId xmlns:a16="http://schemas.microsoft.com/office/drawing/2014/main" id="{DEAD439B-708A-44FB-A330-41B4A20F2CC7}"/>
              </a:ext>
            </a:extLst>
          </p:cNvPr>
          <p:cNvPicPr>
            <a:picLocks noChangeAspect="1"/>
          </p:cNvPicPr>
          <p:nvPr/>
        </p:nvPicPr>
        <p:blipFill>
          <a:blip r:embed="rId2"/>
          <a:srcRect t="4004" b="4004"/>
          <a:stretch>
            <a:fillRect/>
          </a:stretch>
        </p:blipFill>
        <p:spPr>
          <a:xfrm>
            <a:off x="6963916" y="482473"/>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Tree>
    <p:extLst>
      <p:ext uri="{BB962C8B-B14F-4D97-AF65-F5344CB8AC3E}">
        <p14:creationId xmlns:p14="http://schemas.microsoft.com/office/powerpoint/2010/main" val="40179584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6C0CA-C3F8-BA76-6A59-E411ECC4785D}"/>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979EE6F-60BB-B17E-2331-6DCEB189F42E}"/>
              </a:ext>
            </a:extLst>
          </p:cNvPr>
          <p:cNvSpPr>
            <a:spLocks noGrp="1"/>
          </p:cNvSpPr>
          <p:nvPr>
            <p:ph type="sldNum" sz="quarter" idx="12"/>
          </p:nvPr>
        </p:nvSpPr>
        <p:spPr/>
        <p:txBody>
          <a:bodyPr/>
          <a:lstStyle/>
          <a:p>
            <a:fld id="{D5F9BE7B-8C6A-4521-AC0D-F4FAD6600991}" type="slidenum">
              <a:rPr lang="en-US" smtClean="0"/>
              <a:t>3</a:t>
            </a:fld>
            <a:endParaRPr lang="en-US"/>
          </a:p>
        </p:txBody>
      </p:sp>
      <p:sp>
        <p:nvSpPr>
          <p:cNvPr id="7" name="TextBox 6">
            <a:extLst>
              <a:ext uri="{FF2B5EF4-FFF2-40B4-BE49-F238E27FC236}">
                <a16:creationId xmlns:a16="http://schemas.microsoft.com/office/drawing/2014/main" id="{DF86ADCB-D8BC-5375-4CF5-C222A128F060}"/>
              </a:ext>
            </a:extLst>
          </p:cNvPr>
          <p:cNvSpPr txBox="1"/>
          <p:nvPr/>
        </p:nvSpPr>
        <p:spPr>
          <a:xfrm>
            <a:off x="484632" y="1007687"/>
            <a:ext cx="8327674" cy="3785652"/>
          </a:xfrm>
          <a:prstGeom prst="rect">
            <a:avLst/>
          </a:prstGeom>
          <a:noFill/>
        </p:spPr>
        <p:txBody>
          <a:bodyPr wrap="square">
            <a:spAutoFit/>
          </a:bodyPr>
          <a:lstStyle/>
          <a:p>
            <a:r>
              <a:rPr lang="vi-VN" sz="1500">
                <a:latin typeface="Roboto" panose="02000000000000000000" pitchFamily="2" charset="0"/>
                <a:ea typeface="Roboto" panose="02000000000000000000" pitchFamily="2" charset="0"/>
              </a:rPr>
              <a:t>Trong bối cảnh công nghệ phát triển mạnh mẽ, việc mua sắm trực tuyến ngày càng trở nên phổ biến, đặc biệt là đối với các sản phẩm thời trang như giày dép. Nhu cầu sở hữu những đôi giày chất lượng, phù hợp với phong cách cá nhân, cùng với việc so sánh giá cả và đặt hàng trực tuyến nhanh chóng, an toàn đang ngày càng tăng cao. Tuy nhiên, nhiều người dùng vẫn gặp khó khăn trong việc tìm kiếm thông tin chi tiết về sản phẩm, so sánh các mẫu mã và thực hiện giao dịch trực tuyến một cách tiện lợi.</a:t>
            </a:r>
          </a:p>
          <a:p>
            <a:r>
              <a:rPr lang="vi-VN" sz="1500">
                <a:latin typeface="Roboto" panose="02000000000000000000" pitchFamily="2" charset="0"/>
                <a:ea typeface="Roboto" panose="02000000000000000000" pitchFamily="2" charset="0"/>
              </a:rPr>
              <a:t>Để giải quyết vấn đề này, việc xây dựng một website bán giày hiện đại, dễ sử dụng và tối ưu hóa trải nghiệm người dùng là vô cùng cần thiết. Website sẽ giúp khách hàng dễ dàng tìm kiếm, lựa chọn và so sánh các mẫu giày, từ đó đưa ra quyết định mua sắm thông minh. Đồng thời, nền tảng này sẽ hỗ trợ khách hàng thực hiện các giao dịch trực tuyến một cách nhanh chóng và đảm bảo an toàn.</a:t>
            </a:r>
          </a:p>
          <a:p>
            <a:r>
              <a:rPr lang="vi-VN" sz="1500">
                <a:latin typeface="Roboto" panose="02000000000000000000" pitchFamily="2" charset="0"/>
                <a:ea typeface="Roboto" panose="02000000000000000000" pitchFamily="2" charset="0"/>
              </a:rPr>
              <a:t>Dự án sẽ sử dụng hai công nghệ chính là </a:t>
            </a:r>
            <a:r>
              <a:rPr lang="vi-VN" sz="1500" b="1">
                <a:latin typeface="Roboto" panose="02000000000000000000" pitchFamily="2" charset="0"/>
                <a:ea typeface="Roboto" panose="02000000000000000000" pitchFamily="2" charset="0"/>
              </a:rPr>
              <a:t>ReactJS</a:t>
            </a:r>
            <a:r>
              <a:rPr lang="vi-VN" sz="1500">
                <a:latin typeface="Roboto" panose="02000000000000000000" pitchFamily="2" charset="0"/>
                <a:ea typeface="Roboto" panose="02000000000000000000" pitchFamily="2" charset="0"/>
              </a:rPr>
              <a:t> và </a:t>
            </a:r>
            <a:r>
              <a:rPr lang="vi-VN" sz="1500" b="1">
                <a:latin typeface="Roboto" panose="02000000000000000000" pitchFamily="2" charset="0"/>
                <a:ea typeface="Roboto" panose="02000000000000000000" pitchFamily="2" charset="0"/>
              </a:rPr>
              <a:t>Node.js</a:t>
            </a:r>
            <a:r>
              <a:rPr lang="vi-VN" sz="1500">
                <a:latin typeface="Roboto" panose="02000000000000000000" pitchFamily="2" charset="0"/>
                <a:ea typeface="Roboto" panose="02000000000000000000" pitchFamily="2" charset="0"/>
              </a:rPr>
              <a:t> để phát triển. </a:t>
            </a:r>
            <a:r>
              <a:rPr lang="vi-VN" sz="1500" b="1">
                <a:latin typeface="Roboto" panose="02000000000000000000" pitchFamily="2" charset="0"/>
                <a:ea typeface="Roboto" panose="02000000000000000000" pitchFamily="2" charset="0"/>
              </a:rPr>
              <a:t>ReactJS</a:t>
            </a:r>
            <a:r>
              <a:rPr lang="vi-VN" sz="1500">
                <a:latin typeface="Roboto" panose="02000000000000000000" pitchFamily="2" charset="0"/>
                <a:ea typeface="Roboto" panose="02000000000000000000" pitchFamily="2" charset="0"/>
              </a:rPr>
              <a:t> đảm nhận vai trò xây dựng giao diện người dùng, mang lại trải nghiệm trực quan, mượt mà và hiện đại. </a:t>
            </a:r>
            <a:r>
              <a:rPr lang="vi-VN" sz="1500" b="1">
                <a:latin typeface="Roboto" panose="02000000000000000000" pitchFamily="2" charset="0"/>
                <a:ea typeface="Roboto" panose="02000000000000000000" pitchFamily="2" charset="0"/>
              </a:rPr>
              <a:t>Node.js</a:t>
            </a:r>
            <a:r>
              <a:rPr lang="vi-VN" sz="1500">
                <a:latin typeface="Roboto" panose="02000000000000000000" pitchFamily="2" charset="0"/>
                <a:ea typeface="Roboto" panose="02000000000000000000" pitchFamily="2" charset="0"/>
              </a:rPr>
              <a:t> sẽ được sử dụng cho phần xử lý phía server, bao gồm quản lý cơ sở dữ liệu, xử lý giao dịch thanh toán và đảm bảo tính bảo mật. Hệ quản trị cơ sở dữ liệu </a:t>
            </a:r>
            <a:r>
              <a:rPr lang="vi-VN" sz="1500" b="1">
                <a:latin typeface="Roboto" panose="02000000000000000000" pitchFamily="2" charset="0"/>
                <a:ea typeface="Roboto" panose="02000000000000000000" pitchFamily="2" charset="0"/>
              </a:rPr>
              <a:t>MySQL</a:t>
            </a:r>
            <a:r>
              <a:rPr lang="vi-VN" sz="1500">
                <a:latin typeface="Roboto" panose="02000000000000000000" pitchFamily="2" charset="0"/>
                <a:ea typeface="Roboto" panose="02000000000000000000" pitchFamily="2" charset="0"/>
              </a:rPr>
              <a:t> sẽ được tích hợp để lưu trữ thông tin sản phẩm, khách hàng và đơn hàng một cách hiệu quả.</a:t>
            </a:r>
          </a:p>
        </p:txBody>
      </p:sp>
      <p:sp>
        <p:nvSpPr>
          <p:cNvPr id="8" name="Title 4">
            <a:extLst>
              <a:ext uri="{FF2B5EF4-FFF2-40B4-BE49-F238E27FC236}">
                <a16:creationId xmlns:a16="http://schemas.microsoft.com/office/drawing/2014/main" id="{DD67D020-2B03-BC96-1A68-02D2E1FE6CE5}"/>
              </a:ext>
            </a:extLst>
          </p:cNvPr>
          <p:cNvSpPr txBox="1">
            <a:spLocks/>
          </p:cNvSpPr>
          <p:nvPr/>
        </p:nvSpPr>
        <p:spPr>
          <a:xfrm>
            <a:off x="-386020" y="274955"/>
            <a:ext cx="3612776" cy="64308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b="1" kern="1200">
                <a:solidFill>
                  <a:schemeClr val="accent6"/>
                </a:solidFill>
                <a:latin typeface="+mj-lt"/>
                <a:ea typeface="+mj-ea"/>
                <a:cs typeface="+mj-cs"/>
              </a:defRPr>
            </a:lvl1pPr>
          </a:lstStyle>
          <a:p>
            <a:r>
              <a:rPr lang="vi-VN" sz="3200" b="1">
                <a:latin typeface="Roboto" panose="02000000000000000000" pitchFamily="2" charset="0"/>
                <a:ea typeface="Roboto" panose="02000000000000000000" pitchFamily="2" charset="0"/>
              </a:rPr>
              <a:t>Giới thiệu</a:t>
            </a:r>
          </a:p>
        </p:txBody>
      </p:sp>
      <p:sp>
        <p:nvSpPr>
          <p:cNvPr id="10" name="Footer Placeholder 3">
            <a:extLst>
              <a:ext uri="{FF2B5EF4-FFF2-40B4-BE49-F238E27FC236}">
                <a16:creationId xmlns:a16="http://schemas.microsoft.com/office/drawing/2014/main" id="{0282D7CB-3CF0-AF74-FF3A-40845893328F}"/>
              </a:ext>
            </a:extLst>
          </p:cNvPr>
          <p:cNvSpPr txBox="1">
            <a:spLocks/>
          </p:cNvSpPr>
          <p:nvPr/>
        </p:nvSpPr>
        <p:spPr>
          <a:xfrm>
            <a:off x="484631" y="6217920"/>
            <a:ext cx="4517675"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a:effectLst/>
                <a:latin typeface="Roboto" panose="02000000000000000000" pitchFamily="2" charset="0"/>
                <a:ea typeface="Roboto" panose="02000000000000000000" pitchFamily="2" charset="0"/>
              </a:rPr>
              <a:t>XÂY DỰNG WEBSITE THƯƠNG MẠI ĐIỆN TỬ GIÀY THỜI TRANG NODE.JS</a:t>
            </a:r>
            <a:br>
              <a:rPr lang="vi-VN" sz="1000">
                <a:effectLst/>
                <a:latin typeface="Roboto" panose="02000000000000000000" pitchFamily="2" charset="0"/>
                <a:ea typeface="Roboto" panose="02000000000000000000" pitchFamily="2" charset="0"/>
              </a:rPr>
            </a:br>
            <a:endParaRPr lang="vi-VN" sz="1000" dirty="0">
              <a:latin typeface="Roboto" panose="02000000000000000000" pitchFamily="2" charset="0"/>
              <a:ea typeface="Roboto" panose="02000000000000000000" pitchFamily="2" charset="0"/>
            </a:endParaRPr>
          </a:p>
        </p:txBody>
      </p:sp>
      <p:pic>
        <p:nvPicPr>
          <p:cNvPr id="4" name="Picture 3">
            <a:extLst>
              <a:ext uri="{FF2B5EF4-FFF2-40B4-BE49-F238E27FC236}">
                <a16:creationId xmlns:a16="http://schemas.microsoft.com/office/drawing/2014/main" id="{B3ED7BDD-F040-9307-FDD5-E578F30D3AA2}"/>
              </a:ext>
            </a:extLst>
          </p:cNvPr>
          <p:cNvPicPr>
            <a:picLocks noChangeAspect="1"/>
          </p:cNvPicPr>
          <p:nvPr/>
        </p:nvPicPr>
        <p:blipFill>
          <a:blip r:embed="rId2"/>
          <a:stretch>
            <a:fillRect/>
          </a:stretch>
        </p:blipFill>
        <p:spPr>
          <a:xfrm>
            <a:off x="8884022" y="2518365"/>
            <a:ext cx="1332346" cy="1332346"/>
          </a:xfrm>
          <a:prstGeom prst="rect">
            <a:avLst/>
          </a:prstGeom>
        </p:spPr>
      </p:pic>
      <p:pic>
        <p:nvPicPr>
          <p:cNvPr id="3" name="Picture Placeholder 29">
            <a:extLst>
              <a:ext uri="{FF2B5EF4-FFF2-40B4-BE49-F238E27FC236}">
                <a16:creationId xmlns:a16="http://schemas.microsoft.com/office/drawing/2014/main" id="{842CD5B7-3BBA-B152-DADD-D4018F17689B}"/>
              </a:ext>
            </a:extLst>
          </p:cNvPr>
          <p:cNvPicPr>
            <a:picLocks noChangeAspect="1"/>
          </p:cNvPicPr>
          <p:nvPr/>
        </p:nvPicPr>
        <p:blipFill>
          <a:blip r:embed="rId3"/>
          <a:srcRect t="4004" b="4004"/>
          <a:stretch>
            <a:fillRect/>
          </a:stretch>
        </p:blipFill>
        <p:spPr>
          <a:xfrm>
            <a:off x="10037074" y="918041"/>
            <a:ext cx="1391581" cy="1600324"/>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1" name="Picture 10">
            <a:extLst>
              <a:ext uri="{FF2B5EF4-FFF2-40B4-BE49-F238E27FC236}">
                <a16:creationId xmlns:a16="http://schemas.microsoft.com/office/drawing/2014/main" id="{7E9CB248-381F-8E45-A263-4262DAF822E1}"/>
              </a:ext>
            </a:extLst>
          </p:cNvPr>
          <p:cNvPicPr>
            <a:picLocks noChangeAspect="1"/>
          </p:cNvPicPr>
          <p:nvPr/>
        </p:nvPicPr>
        <p:blipFill>
          <a:blip r:embed="rId4"/>
          <a:stretch>
            <a:fillRect/>
          </a:stretch>
        </p:blipFill>
        <p:spPr>
          <a:xfrm>
            <a:off x="9962088" y="3850711"/>
            <a:ext cx="1466567" cy="1466567"/>
          </a:xfrm>
          <a:prstGeom prst="rect">
            <a:avLst/>
          </a:prstGeom>
        </p:spPr>
      </p:pic>
    </p:spTree>
    <p:extLst>
      <p:ext uri="{BB962C8B-B14F-4D97-AF65-F5344CB8AC3E}">
        <p14:creationId xmlns:p14="http://schemas.microsoft.com/office/powerpoint/2010/main" val="30640082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5DF64211-DCD8-B458-DBD2-EBDA7AE3396F}"/>
              </a:ext>
            </a:extLst>
          </p:cNvPr>
          <p:cNvSpPr>
            <a:spLocks noGrp="1"/>
          </p:cNvSpPr>
          <p:nvPr>
            <p:ph type="title"/>
          </p:nvPr>
        </p:nvSpPr>
        <p:spPr/>
        <p:txBody>
          <a:bodyPr/>
          <a:lstStyle/>
          <a:p>
            <a:r>
              <a:rPr lang="en-US" altLang="zh-CN" dirty="0"/>
              <a:t>NỘI DUNG</a:t>
            </a:r>
            <a:endParaRPr lang="en-US" dirty="0"/>
          </a:p>
        </p:txBody>
      </p:sp>
      <p:sp>
        <p:nvSpPr>
          <p:cNvPr id="16" name="Text Placeholder 15">
            <a:extLst>
              <a:ext uri="{FF2B5EF4-FFF2-40B4-BE49-F238E27FC236}">
                <a16:creationId xmlns:a16="http://schemas.microsoft.com/office/drawing/2014/main" id="{8FEA3BB9-F064-CFBE-C0BE-BB7A22A4DCFC}"/>
              </a:ext>
            </a:extLst>
          </p:cNvPr>
          <p:cNvSpPr>
            <a:spLocks noGrp="1"/>
          </p:cNvSpPr>
          <p:nvPr>
            <p:ph type="body" sz="quarter" idx="28"/>
          </p:nvPr>
        </p:nvSpPr>
        <p:spPr/>
        <p:txBody>
          <a:bodyPr/>
          <a:lstStyle/>
          <a:p>
            <a:r>
              <a:rPr lang="en-US">
                <a:latin typeface="Roboto" panose="02000000000000000000" pitchFamily="2" charset="0"/>
                <a:ea typeface="Roboto" panose="02000000000000000000" pitchFamily="2" charset="0"/>
              </a:rPr>
              <a:t>1.CƠ SỞ LÝ THUYẾT</a:t>
            </a:r>
            <a:endParaRPr lang="en-US" dirty="0">
              <a:latin typeface="Roboto" panose="02000000000000000000" pitchFamily="2" charset="0"/>
              <a:ea typeface="Roboto" panose="02000000000000000000" pitchFamily="2" charset="0"/>
            </a:endParaRPr>
          </a:p>
        </p:txBody>
      </p:sp>
      <p:sp>
        <p:nvSpPr>
          <p:cNvPr id="9" name="Text Placeholder 8">
            <a:extLst>
              <a:ext uri="{FF2B5EF4-FFF2-40B4-BE49-F238E27FC236}">
                <a16:creationId xmlns:a16="http://schemas.microsoft.com/office/drawing/2014/main" id="{78024C77-A2F8-1ABA-5412-E6BB88B5FA1B}"/>
              </a:ext>
            </a:extLst>
          </p:cNvPr>
          <p:cNvSpPr>
            <a:spLocks noGrp="1"/>
          </p:cNvSpPr>
          <p:nvPr>
            <p:ph type="body" sz="quarter" idx="29"/>
          </p:nvPr>
        </p:nvSpPr>
        <p:spPr/>
        <p:txBody>
          <a:bodyPr/>
          <a:lstStyle/>
          <a:p>
            <a:r>
              <a:rPr lang="en-US">
                <a:latin typeface="Roboto" panose="02000000000000000000" pitchFamily="2" charset="0"/>
                <a:ea typeface="Roboto" panose="02000000000000000000" pitchFamily="2" charset="0"/>
              </a:rPr>
              <a:t>2. PHÂN TÍCH THIẾT KẾ HỆ THỐNG</a:t>
            </a:r>
            <a:endParaRPr lang="en-US" dirty="0">
              <a:latin typeface="Roboto" panose="02000000000000000000" pitchFamily="2" charset="0"/>
              <a:ea typeface="Roboto" panose="02000000000000000000" pitchFamily="2" charset="0"/>
            </a:endParaRPr>
          </a:p>
        </p:txBody>
      </p:sp>
      <p:sp>
        <p:nvSpPr>
          <p:cNvPr id="22" name="Text Placeholder 21">
            <a:extLst>
              <a:ext uri="{FF2B5EF4-FFF2-40B4-BE49-F238E27FC236}">
                <a16:creationId xmlns:a16="http://schemas.microsoft.com/office/drawing/2014/main" id="{D5402852-C1AD-6A4E-DAA7-0AE582A742FD}"/>
              </a:ext>
            </a:extLst>
          </p:cNvPr>
          <p:cNvSpPr>
            <a:spLocks noGrp="1"/>
          </p:cNvSpPr>
          <p:nvPr>
            <p:ph type="body" sz="quarter" idx="31"/>
          </p:nvPr>
        </p:nvSpPr>
        <p:spPr/>
        <p:txBody>
          <a:bodyPr/>
          <a:lstStyle/>
          <a:p>
            <a:r>
              <a:rPr lang="en-US">
                <a:latin typeface="Roboto" panose="02000000000000000000" pitchFamily="2" charset="0"/>
                <a:ea typeface="Roboto" panose="02000000000000000000" pitchFamily="2" charset="0"/>
              </a:rPr>
              <a:t>3. XÂY DỰNG WEBSITE</a:t>
            </a:r>
            <a:endParaRPr lang="en-US" dirty="0">
              <a:latin typeface="Roboto" panose="02000000000000000000" pitchFamily="2" charset="0"/>
              <a:ea typeface="Roboto" panose="02000000000000000000" pitchFamily="2" charset="0"/>
            </a:endParaRPr>
          </a:p>
        </p:txBody>
      </p:sp>
      <p:sp>
        <p:nvSpPr>
          <p:cNvPr id="24" name="Text Placeholder 23">
            <a:extLst>
              <a:ext uri="{FF2B5EF4-FFF2-40B4-BE49-F238E27FC236}">
                <a16:creationId xmlns:a16="http://schemas.microsoft.com/office/drawing/2014/main" id="{ABF1D337-2A3C-A0FB-A6CD-5E4B9D6DFD91}"/>
              </a:ext>
            </a:extLst>
          </p:cNvPr>
          <p:cNvSpPr>
            <a:spLocks noGrp="1"/>
          </p:cNvSpPr>
          <p:nvPr>
            <p:ph type="body" sz="quarter" idx="32"/>
          </p:nvPr>
        </p:nvSpPr>
        <p:spPr/>
        <p:txBody>
          <a:bodyPr/>
          <a:lstStyle/>
          <a:p>
            <a:r>
              <a:rPr lang="en-US">
                <a:latin typeface="Roboto" panose="02000000000000000000" pitchFamily="2" charset="0"/>
                <a:ea typeface="Roboto" panose="02000000000000000000" pitchFamily="2" charset="0"/>
              </a:rPr>
              <a:t>4. KẾT LUẬN VÀ PHÁT TRIỂN</a:t>
            </a:r>
            <a:endParaRPr lang="en-US" dirty="0">
              <a:latin typeface="Roboto" panose="02000000000000000000" pitchFamily="2" charset="0"/>
              <a:ea typeface="Roboto" panose="02000000000000000000" pitchFamily="2" charset="0"/>
            </a:endParaRPr>
          </a:p>
        </p:txBody>
      </p:sp>
      <p:sp>
        <p:nvSpPr>
          <p:cNvPr id="10" name="Slide Number Placeholder 9">
            <a:extLst>
              <a:ext uri="{FF2B5EF4-FFF2-40B4-BE49-F238E27FC236}">
                <a16:creationId xmlns:a16="http://schemas.microsoft.com/office/drawing/2014/main" id="{CBE681AB-301C-4DC8-7FBD-FAA2CC6606AE}"/>
              </a:ext>
            </a:extLst>
          </p:cNvPr>
          <p:cNvSpPr>
            <a:spLocks noGrp="1"/>
          </p:cNvSpPr>
          <p:nvPr>
            <p:ph type="sldNum" sz="quarter" idx="34"/>
          </p:nvPr>
        </p:nvSpPr>
        <p:spPr/>
        <p:txBody>
          <a:bodyPr/>
          <a:lstStyle/>
          <a:p>
            <a:fld id="{47FEACEE-25B4-4A2D-B147-27296E36371D}" type="slidenum">
              <a:rPr lang="en-US" altLang="zh-CN" smtClean="0"/>
              <a:pPr/>
              <a:t>4</a:t>
            </a:fld>
            <a:endParaRPr lang="en-US" altLang="zh-CN" dirty="0"/>
          </a:p>
        </p:txBody>
      </p:sp>
      <p:sp>
        <p:nvSpPr>
          <p:cNvPr id="4" name="Footer Placeholder 3">
            <a:extLst>
              <a:ext uri="{FF2B5EF4-FFF2-40B4-BE49-F238E27FC236}">
                <a16:creationId xmlns:a16="http://schemas.microsoft.com/office/drawing/2014/main" id="{A02B7063-2EB1-DB11-AE02-19B27FDDD9F2}"/>
              </a:ext>
            </a:extLst>
          </p:cNvPr>
          <p:cNvSpPr txBox="1">
            <a:spLocks/>
          </p:cNvSpPr>
          <p:nvPr/>
        </p:nvSpPr>
        <p:spPr>
          <a:xfrm>
            <a:off x="484631" y="6217920"/>
            <a:ext cx="4517675"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a:effectLst/>
                <a:latin typeface="Roboto" panose="02000000000000000000" pitchFamily="2" charset="0"/>
                <a:ea typeface="Roboto" panose="02000000000000000000" pitchFamily="2" charset="0"/>
              </a:rPr>
              <a:t>XÂY DỰNG WEBSITE THƯƠNG MẠI ĐIỆN TỬ GIÀY THỜI TRANG NODE.JS</a:t>
            </a:r>
            <a:br>
              <a:rPr lang="vi-VN" sz="1000">
                <a:effectLst/>
                <a:latin typeface="Roboto" panose="02000000000000000000" pitchFamily="2" charset="0"/>
                <a:ea typeface="Roboto" panose="02000000000000000000" pitchFamily="2" charset="0"/>
              </a:rPr>
            </a:br>
            <a:endParaRPr lang="vi-VN" sz="1000"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7755351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8A3BC-65F6-15EA-B069-ED5FFA1AAA0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92E6440-47C0-CE61-EE82-0F8937D1AB4E}"/>
              </a:ext>
            </a:extLst>
          </p:cNvPr>
          <p:cNvSpPr>
            <a:spLocks noGrp="1"/>
          </p:cNvSpPr>
          <p:nvPr>
            <p:ph type="title"/>
          </p:nvPr>
        </p:nvSpPr>
        <p:spPr>
          <a:xfrm>
            <a:off x="6095999" y="1510439"/>
            <a:ext cx="4669613" cy="1688906"/>
          </a:xfrm>
        </p:spPr>
        <p:txBody>
          <a:bodyPr/>
          <a:lstStyle/>
          <a:p>
            <a:r>
              <a:rPr lang="en-US" sz="3600"/>
              <a:t>1. CƠ SỞ LÝ THUYẾT</a:t>
            </a:r>
            <a:endParaRPr lang="en-US" sz="3600" dirty="0"/>
          </a:p>
        </p:txBody>
      </p:sp>
      <p:sp>
        <p:nvSpPr>
          <p:cNvPr id="11" name="Text Placeholder 10">
            <a:extLst>
              <a:ext uri="{FF2B5EF4-FFF2-40B4-BE49-F238E27FC236}">
                <a16:creationId xmlns:a16="http://schemas.microsoft.com/office/drawing/2014/main" id="{82A13899-3C03-3F6B-89DF-2292E8FC30C0}"/>
              </a:ext>
            </a:extLst>
          </p:cNvPr>
          <p:cNvSpPr>
            <a:spLocks noGrp="1"/>
          </p:cNvSpPr>
          <p:nvPr>
            <p:ph type="body" sz="quarter" idx="29"/>
          </p:nvPr>
        </p:nvSpPr>
        <p:spPr>
          <a:xfrm>
            <a:off x="6705599" y="3321423"/>
            <a:ext cx="3532095" cy="1637961"/>
          </a:xfrm>
        </p:spPr>
        <p:txBody>
          <a:bodyPr/>
          <a:lstStyle/>
          <a:p>
            <a:r>
              <a:rPr lang="en-US"/>
              <a:t>Reactjs, Nodejs, Mysql</a:t>
            </a:r>
            <a:endParaRPr lang="en-US" dirty="0"/>
          </a:p>
          <a:p>
            <a:endParaRPr lang="en-US" dirty="0"/>
          </a:p>
        </p:txBody>
      </p:sp>
      <p:sp>
        <p:nvSpPr>
          <p:cNvPr id="5" name="Slide Number Placeholder 4">
            <a:extLst>
              <a:ext uri="{FF2B5EF4-FFF2-40B4-BE49-F238E27FC236}">
                <a16:creationId xmlns:a16="http://schemas.microsoft.com/office/drawing/2014/main" id="{5CF448FB-88BC-C189-CC44-587FB976AF93}"/>
              </a:ext>
            </a:extLst>
          </p:cNvPr>
          <p:cNvSpPr>
            <a:spLocks noGrp="1"/>
          </p:cNvSpPr>
          <p:nvPr>
            <p:ph type="sldNum" sz="quarter" idx="31"/>
          </p:nvPr>
        </p:nvSpPr>
        <p:spPr/>
        <p:txBody>
          <a:bodyPr/>
          <a:lstStyle/>
          <a:p>
            <a:fld id="{47FEACEE-25B4-4A2D-B147-27296E36371D}" type="slidenum">
              <a:rPr lang="en-US" altLang="zh-CN" noProof="0" smtClean="0"/>
              <a:pPr/>
              <a:t>5</a:t>
            </a:fld>
            <a:endParaRPr lang="en-US" altLang="zh-CN" noProof="0" dirty="0"/>
          </a:p>
        </p:txBody>
      </p:sp>
      <p:sp>
        <p:nvSpPr>
          <p:cNvPr id="8" name="Footer Placeholder 3">
            <a:extLst>
              <a:ext uri="{FF2B5EF4-FFF2-40B4-BE49-F238E27FC236}">
                <a16:creationId xmlns:a16="http://schemas.microsoft.com/office/drawing/2014/main" id="{BB636321-DF06-A846-A245-25AE3B20DA8E}"/>
              </a:ext>
            </a:extLst>
          </p:cNvPr>
          <p:cNvSpPr txBox="1">
            <a:spLocks/>
          </p:cNvSpPr>
          <p:nvPr/>
        </p:nvSpPr>
        <p:spPr>
          <a:xfrm>
            <a:off x="484631" y="6217920"/>
            <a:ext cx="4517675"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a:effectLst/>
                <a:latin typeface="Roboto" panose="02000000000000000000" pitchFamily="2" charset="0"/>
                <a:ea typeface="Roboto" panose="02000000000000000000" pitchFamily="2" charset="0"/>
              </a:rPr>
              <a:t>XÂY DỰNG WEBSITE THƯƠNG MẠI ĐIỆN TỬ GIÀY THỜI TRANG NODE.JS</a:t>
            </a:r>
            <a:br>
              <a:rPr lang="vi-VN" sz="1000">
                <a:effectLst/>
                <a:latin typeface="Roboto" panose="02000000000000000000" pitchFamily="2" charset="0"/>
                <a:ea typeface="Roboto" panose="02000000000000000000" pitchFamily="2" charset="0"/>
              </a:rPr>
            </a:br>
            <a:endParaRPr lang="vi-VN" sz="1000"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3343726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206FF18-1433-8608-5014-4F43547C94E8}"/>
              </a:ext>
            </a:extLst>
          </p:cNvPr>
          <p:cNvSpPr>
            <a:spLocks noGrp="1"/>
          </p:cNvSpPr>
          <p:nvPr>
            <p:ph type="sldNum" sz="quarter" idx="12"/>
          </p:nvPr>
        </p:nvSpPr>
        <p:spPr/>
        <p:txBody>
          <a:bodyPr/>
          <a:lstStyle/>
          <a:p>
            <a:fld id="{D5F9BE7B-8C6A-4521-AC0D-F4FAD6600991}" type="slidenum">
              <a:rPr lang="en-US" smtClean="0"/>
              <a:t>6</a:t>
            </a:fld>
            <a:endParaRPr lang="en-US"/>
          </a:p>
        </p:txBody>
      </p:sp>
      <p:sp>
        <p:nvSpPr>
          <p:cNvPr id="7" name="TextBox 6">
            <a:extLst>
              <a:ext uri="{FF2B5EF4-FFF2-40B4-BE49-F238E27FC236}">
                <a16:creationId xmlns:a16="http://schemas.microsoft.com/office/drawing/2014/main" id="{8C888474-6ABC-039D-A46A-3C9C1F192820}"/>
              </a:ext>
            </a:extLst>
          </p:cNvPr>
          <p:cNvSpPr txBox="1"/>
          <p:nvPr/>
        </p:nvSpPr>
        <p:spPr>
          <a:xfrm>
            <a:off x="511935" y="918041"/>
            <a:ext cx="11168129" cy="5016758"/>
          </a:xfrm>
          <a:prstGeom prst="rect">
            <a:avLst/>
          </a:prstGeom>
          <a:noFill/>
        </p:spPr>
        <p:txBody>
          <a:bodyPr wrap="square">
            <a:spAutoFit/>
          </a:bodyPr>
          <a:lstStyle/>
          <a:p>
            <a:r>
              <a:rPr lang="vi-VN" sz="1600" b="1">
                <a:latin typeface="Roboto" panose="02000000000000000000" pitchFamily="2" charset="0"/>
                <a:ea typeface="Roboto" panose="02000000000000000000" pitchFamily="2" charset="0"/>
              </a:rPr>
              <a:t>1.1 Giới thiệu về ReactJS</a:t>
            </a:r>
          </a:p>
          <a:p>
            <a:r>
              <a:rPr lang="vi-VN" sz="1600" b="1">
                <a:latin typeface="Roboto" panose="02000000000000000000" pitchFamily="2" charset="0"/>
                <a:ea typeface="Roboto" panose="02000000000000000000" pitchFamily="2" charset="0"/>
              </a:rPr>
              <a:t>ReactJS là gì?</a:t>
            </a:r>
            <a:br>
              <a:rPr lang="vi-VN" sz="1600">
                <a:latin typeface="Roboto" panose="02000000000000000000" pitchFamily="2" charset="0"/>
                <a:ea typeface="Roboto" panose="02000000000000000000" pitchFamily="2" charset="0"/>
              </a:rPr>
            </a:br>
            <a:r>
              <a:rPr lang="vi-VN" sz="1600">
                <a:latin typeface="Roboto" panose="02000000000000000000" pitchFamily="2" charset="0"/>
                <a:ea typeface="Roboto" panose="02000000000000000000" pitchFamily="2" charset="0"/>
              </a:rPr>
              <a:t>ReactJS là một thư viện JavaScript mã nguồn mở do Facebook phát triển, được sử dụng chủ yếu để xây dựng giao diện người dùng (UI) cho các ứng dụng web. Với React, giao diện được chia thành các </a:t>
            </a:r>
            <a:r>
              <a:rPr lang="vi-VN" sz="1600" b="1">
                <a:latin typeface="Roboto" panose="02000000000000000000" pitchFamily="2" charset="0"/>
                <a:ea typeface="Roboto" panose="02000000000000000000" pitchFamily="2" charset="0"/>
              </a:rPr>
              <a:t>component</a:t>
            </a:r>
            <a:r>
              <a:rPr lang="vi-VN" sz="1600">
                <a:latin typeface="Roboto" panose="02000000000000000000" pitchFamily="2" charset="0"/>
                <a:ea typeface="Roboto" panose="02000000000000000000" pitchFamily="2" charset="0"/>
              </a:rPr>
              <a:t> độc lập, giúp dễ dàng tái sử dụng mã nguồn và bảo trì.</a:t>
            </a:r>
          </a:p>
          <a:p>
            <a:r>
              <a:rPr lang="vi-VN" sz="1600" b="1">
                <a:latin typeface="Roboto" panose="02000000000000000000" pitchFamily="2" charset="0"/>
                <a:ea typeface="Roboto" panose="02000000000000000000" pitchFamily="2" charset="0"/>
              </a:rPr>
              <a:t>Ưu điểm của ReactJS</a:t>
            </a:r>
          </a:p>
          <a:p>
            <a:pPr marL="742950" lvl="1" indent="-285750">
              <a:buFont typeface="Arial" panose="020B0604020202020204" pitchFamily="34" charset="0"/>
              <a:buChar char="•"/>
            </a:pPr>
            <a:r>
              <a:rPr lang="vi-VN" sz="1600">
                <a:latin typeface="Roboto" panose="02000000000000000000" pitchFamily="2" charset="0"/>
                <a:ea typeface="Roboto" panose="02000000000000000000" pitchFamily="2" charset="0"/>
              </a:rPr>
              <a:t>Ứng dụng được chia thành các component nhỏ, độc lập và có thể tái sử dụng, giúp giảm thiểu sự trùng lặp và tổ chức mã nguồn hiệu quả.</a:t>
            </a:r>
          </a:p>
          <a:p>
            <a:pPr marL="742950" lvl="1" indent="-285750">
              <a:buFont typeface="Arial" panose="020B0604020202020204" pitchFamily="34" charset="0"/>
              <a:buChar char="•"/>
            </a:pPr>
            <a:r>
              <a:rPr lang="vi-VN" sz="1600">
                <a:latin typeface="Roboto" panose="02000000000000000000" pitchFamily="2" charset="0"/>
                <a:ea typeface="Roboto" panose="02000000000000000000" pitchFamily="2" charset="0"/>
              </a:rPr>
              <a:t>Sử dụng Virtual DOM để cập nhật giao diện nhanh chóng, tăng hiệu suất và giảm thiểu tác động lên DOM thực.</a:t>
            </a:r>
          </a:p>
          <a:p>
            <a:pPr marL="742950" lvl="1" indent="-285750">
              <a:buFont typeface="Arial" panose="020B0604020202020204" pitchFamily="34" charset="0"/>
              <a:buChar char="•"/>
            </a:pPr>
            <a:r>
              <a:rPr lang="vi-VN" sz="1600">
                <a:latin typeface="Roboto" panose="02000000000000000000" pitchFamily="2" charset="0"/>
                <a:ea typeface="Roboto" panose="02000000000000000000" pitchFamily="2" charset="0"/>
              </a:rPr>
              <a:t>Kết hợp tốt với các thư viện khác như </a:t>
            </a:r>
            <a:r>
              <a:rPr lang="vi-VN" sz="1600" b="1">
                <a:latin typeface="Roboto" panose="02000000000000000000" pitchFamily="2" charset="0"/>
                <a:ea typeface="Roboto" panose="02000000000000000000" pitchFamily="2" charset="0"/>
              </a:rPr>
              <a:t>Redux</a:t>
            </a:r>
            <a:r>
              <a:rPr lang="vi-VN" sz="1600">
                <a:latin typeface="Roboto" panose="02000000000000000000" pitchFamily="2" charset="0"/>
                <a:ea typeface="Roboto" panose="02000000000000000000" pitchFamily="2" charset="0"/>
              </a:rPr>
              <a:t> (quản lý trạng thái) hoặc </a:t>
            </a:r>
            <a:r>
              <a:rPr lang="vi-VN" sz="1600" b="1">
                <a:latin typeface="Roboto" panose="02000000000000000000" pitchFamily="2" charset="0"/>
                <a:ea typeface="Roboto" panose="02000000000000000000" pitchFamily="2" charset="0"/>
              </a:rPr>
              <a:t>Axios</a:t>
            </a:r>
            <a:r>
              <a:rPr lang="vi-VN" sz="1600">
                <a:latin typeface="Roboto" panose="02000000000000000000" pitchFamily="2" charset="0"/>
                <a:ea typeface="Roboto" panose="02000000000000000000" pitchFamily="2" charset="0"/>
              </a:rPr>
              <a:t> (gửi HTTP requests), hỗ trợ xây dựng các ứng dụng mạnh mẽ.</a:t>
            </a:r>
          </a:p>
          <a:p>
            <a:pPr marL="742950" lvl="1" indent="-285750">
              <a:buFont typeface="Arial" panose="020B0604020202020204" pitchFamily="34" charset="0"/>
              <a:buChar char="•"/>
            </a:pPr>
            <a:r>
              <a:rPr lang="vi-VN" sz="1600">
                <a:latin typeface="Roboto" panose="02000000000000000000" pitchFamily="2" charset="0"/>
                <a:ea typeface="Roboto" panose="02000000000000000000" pitchFamily="2" charset="0"/>
              </a:rPr>
              <a:t>Hỗ trợ xây dựng ứng dụng đơn trang, mang lại trải nghiệm người dùng mượt mà khi chuyển đổi giữa các màn hình mà không cần tải lại trang.</a:t>
            </a:r>
          </a:p>
          <a:p>
            <a:r>
              <a:rPr lang="vi-VN" sz="1600" b="1">
                <a:latin typeface="Roboto" panose="02000000000000000000" pitchFamily="2" charset="0"/>
                <a:ea typeface="Roboto" panose="02000000000000000000" pitchFamily="2" charset="0"/>
              </a:rPr>
              <a:t>Ứng dụng của ReactJS trong Website bán giày</a:t>
            </a:r>
          </a:p>
          <a:p>
            <a:pPr lvl="1"/>
            <a:r>
              <a:rPr lang="vi-VN" sz="1600">
                <a:latin typeface="Roboto" panose="02000000000000000000" pitchFamily="2" charset="0"/>
                <a:ea typeface="Roboto" panose="02000000000000000000" pitchFamily="2" charset="0"/>
              </a:rPr>
              <a:t>Xây dựng giao diện nơi khách hàng có thể dễ dàng tìm kiếm, duyệt qua các mẫu giày theo danh mục, kích thước, màu sắc và thêm sản phẩm vào giỏ hàng mà không cần tải lại trang.</a:t>
            </a:r>
          </a:p>
          <a:p>
            <a:pPr marL="742950" lvl="1" indent="-285750">
              <a:buFont typeface="Arial" panose="020B0604020202020204" pitchFamily="34" charset="0"/>
              <a:buChar char="•"/>
            </a:pPr>
            <a:r>
              <a:rPr lang="vi-VN" sz="1600">
                <a:latin typeface="Roboto" panose="02000000000000000000" pitchFamily="2" charset="0"/>
                <a:ea typeface="Roboto" panose="02000000000000000000" pitchFamily="2" charset="0"/>
              </a:rPr>
              <a:t>Hỗ trợ xử lý các thao tác như quản lý giỏ hàng, thanh toán trực tuyến, và đăng nhập/đăng ký tài khoản, mang lại trải nghiệm người dùng mượt mà.</a:t>
            </a:r>
          </a:p>
          <a:p>
            <a:pPr marL="742950" lvl="1" indent="-285750">
              <a:buFont typeface="Arial" panose="020B0604020202020204" pitchFamily="34" charset="0"/>
              <a:buChar char="•"/>
            </a:pPr>
            <a:r>
              <a:rPr lang="vi-VN" sz="1600">
                <a:latin typeface="Roboto" panose="02000000000000000000" pitchFamily="2" charset="0"/>
                <a:ea typeface="Roboto" panose="02000000000000000000" pitchFamily="2" charset="0"/>
              </a:rPr>
              <a:t>Tích hợp các tính năng lọc, tìm kiếm thông minh, hiển thị đánh giá và so sánh sản phẩm, giúp người dùng đưa ra quyết định mua sắm dễ dàng.</a:t>
            </a:r>
          </a:p>
        </p:txBody>
      </p:sp>
      <p:sp>
        <p:nvSpPr>
          <p:cNvPr id="8" name="Title 4">
            <a:extLst>
              <a:ext uri="{FF2B5EF4-FFF2-40B4-BE49-F238E27FC236}">
                <a16:creationId xmlns:a16="http://schemas.microsoft.com/office/drawing/2014/main" id="{E8692DE4-9083-065C-D861-277B3C5014E7}"/>
              </a:ext>
            </a:extLst>
          </p:cNvPr>
          <p:cNvSpPr txBox="1">
            <a:spLocks/>
          </p:cNvSpPr>
          <p:nvPr/>
        </p:nvSpPr>
        <p:spPr>
          <a:xfrm>
            <a:off x="331694" y="274955"/>
            <a:ext cx="3612776" cy="64308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b="1" kern="1200">
                <a:solidFill>
                  <a:schemeClr val="accent6"/>
                </a:solidFill>
                <a:latin typeface="+mj-lt"/>
                <a:ea typeface="+mj-ea"/>
                <a:cs typeface="+mj-cs"/>
              </a:defRPr>
            </a:lvl1pPr>
          </a:lstStyle>
          <a:p>
            <a:r>
              <a:rPr lang="en-US" sz="3000"/>
              <a:t>1. CƠ SỞ LÝ THUYẾT</a:t>
            </a:r>
            <a:endParaRPr lang="en-US" sz="3000" dirty="0"/>
          </a:p>
        </p:txBody>
      </p:sp>
      <p:sp>
        <p:nvSpPr>
          <p:cNvPr id="2" name="Footer Placeholder 3">
            <a:extLst>
              <a:ext uri="{FF2B5EF4-FFF2-40B4-BE49-F238E27FC236}">
                <a16:creationId xmlns:a16="http://schemas.microsoft.com/office/drawing/2014/main" id="{DB12B2DD-881A-11D3-4687-20A25772DB6F}"/>
              </a:ext>
            </a:extLst>
          </p:cNvPr>
          <p:cNvSpPr txBox="1">
            <a:spLocks/>
          </p:cNvSpPr>
          <p:nvPr/>
        </p:nvSpPr>
        <p:spPr>
          <a:xfrm>
            <a:off x="484631" y="6217920"/>
            <a:ext cx="4517675"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a:effectLst/>
                <a:latin typeface="Roboto" panose="02000000000000000000" pitchFamily="2" charset="0"/>
                <a:ea typeface="Roboto" panose="02000000000000000000" pitchFamily="2" charset="0"/>
              </a:rPr>
              <a:t>XÂY DỰNG WEBSITE THƯƠNG MẠI ĐIỆN TỬ GIÀY THỜI TRANG NODE.JS</a:t>
            </a:r>
            <a:br>
              <a:rPr lang="vi-VN" sz="1000">
                <a:effectLst/>
                <a:latin typeface="Roboto" panose="02000000000000000000" pitchFamily="2" charset="0"/>
                <a:ea typeface="Roboto" panose="02000000000000000000" pitchFamily="2" charset="0"/>
              </a:rPr>
            </a:br>
            <a:endParaRPr lang="vi-VN" sz="1000"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5585084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2725A-AB53-E350-9AE7-70ACC469EABD}"/>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3E834DB-3F1A-8B5C-A5A1-645E09ED42B1}"/>
              </a:ext>
            </a:extLst>
          </p:cNvPr>
          <p:cNvSpPr>
            <a:spLocks noGrp="1"/>
          </p:cNvSpPr>
          <p:nvPr>
            <p:ph type="sldNum" sz="quarter" idx="12"/>
          </p:nvPr>
        </p:nvSpPr>
        <p:spPr/>
        <p:txBody>
          <a:bodyPr/>
          <a:lstStyle/>
          <a:p>
            <a:fld id="{D5F9BE7B-8C6A-4521-AC0D-F4FAD6600991}" type="slidenum">
              <a:rPr lang="en-US" smtClean="0"/>
              <a:t>7</a:t>
            </a:fld>
            <a:endParaRPr lang="en-US"/>
          </a:p>
        </p:txBody>
      </p:sp>
      <p:sp>
        <p:nvSpPr>
          <p:cNvPr id="7" name="TextBox 6">
            <a:extLst>
              <a:ext uri="{FF2B5EF4-FFF2-40B4-BE49-F238E27FC236}">
                <a16:creationId xmlns:a16="http://schemas.microsoft.com/office/drawing/2014/main" id="{F18D9574-09D5-E7AB-7E22-D0A4DD5FE70B}"/>
              </a:ext>
            </a:extLst>
          </p:cNvPr>
          <p:cNvSpPr txBox="1"/>
          <p:nvPr/>
        </p:nvSpPr>
        <p:spPr>
          <a:xfrm>
            <a:off x="484632" y="918042"/>
            <a:ext cx="11168129" cy="5221942"/>
          </a:xfrm>
          <a:prstGeom prst="rect">
            <a:avLst/>
          </a:prstGeom>
          <a:noFill/>
        </p:spPr>
        <p:txBody>
          <a:bodyPr wrap="square">
            <a:spAutoFit/>
          </a:bodyPr>
          <a:lstStyle/>
          <a:p>
            <a:pPr>
              <a:lnSpc>
                <a:spcPct val="150000"/>
              </a:lnSpc>
            </a:pPr>
            <a:r>
              <a:rPr lang="vi-VN" sz="1600" b="1">
                <a:latin typeface="Roboto" panose="02000000000000000000" pitchFamily="2" charset="0"/>
                <a:ea typeface="Roboto" panose="02000000000000000000" pitchFamily="2" charset="0"/>
              </a:rPr>
              <a:t>1.2 Giới thiệu về Node.js</a:t>
            </a:r>
          </a:p>
          <a:p>
            <a:pPr>
              <a:lnSpc>
                <a:spcPct val="150000"/>
              </a:lnSpc>
            </a:pPr>
            <a:r>
              <a:rPr lang="vi-VN" sz="1600" b="1">
                <a:latin typeface="Roboto" panose="02000000000000000000" pitchFamily="2" charset="0"/>
                <a:ea typeface="Roboto" panose="02000000000000000000" pitchFamily="2" charset="0"/>
              </a:rPr>
              <a:t>Node.js là gì?</a:t>
            </a:r>
            <a:br>
              <a:rPr lang="vi-VN" sz="1600">
                <a:latin typeface="Roboto" panose="02000000000000000000" pitchFamily="2" charset="0"/>
                <a:ea typeface="Roboto" panose="02000000000000000000" pitchFamily="2" charset="0"/>
              </a:rPr>
            </a:br>
            <a:r>
              <a:rPr lang="vi-VN" sz="1600">
                <a:latin typeface="Roboto" panose="02000000000000000000" pitchFamily="2" charset="0"/>
                <a:ea typeface="Roboto" panose="02000000000000000000" pitchFamily="2" charset="0"/>
              </a:rPr>
              <a:t>Node.js là nền tảng chạy JavaScript trên server, sử dụng </a:t>
            </a:r>
            <a:r>
              <a:rPr lang="vi-VN" sz="1600" b="1">
                <a:latin typeface="Roboto" panose="02000000000000000000" pitchFamily="2" charset="0"/>
                <a:ea typeface="Roboto" panose="02000000000000000000" pitchFamily="2" charset="0"/>
              </a:rPr>
              <a:t>V8 engine</a:t>
            </a:r>
            <a:r>
              <a:rPr lang="vi-VN" sz="1600">
                <a:latin typeface="Roboto" panose="02000000000000000000" pitchFamily="2" charset="0"/>
                <a:ea typeface="Roboto" panose="02000000000000000000" pitchFamily="2" charset="0"/>
              </a:rPr>
              <a:t> của Google Chrome. Được thiết kế cho các ứng dụng mạng hiệu suất cao và không đồng bộ.</a:t>
            </a:r>
          </a:p>
          <a:p>
            <a:pPr>
              <a:lnSpc>
                <a:spcPct val="150000"/>
              </a:lnSpc>
            </a:pPr>
            <a:r>
              <a:rPr lang="vi-VN" sz="1600" b="1">
                <a:latin typeface="Roboto" panose="02000000000000000000" pitchFamily="2" charset="0"/>
                <a:ea typeface="Roboto" panose="02000000000000000000" pitchFamily="2" charset="0"/>
              </a:rPr>
              <a:t>Ưu điểm của Node.js</a:t>
            </a:r>
            <a:r>
              <a:rPr lang="en-US" sz="1600" b="1">
                <a:latin typeface="Roboto" panose="02000000000000000000" pitchFamily="2" charset="0"/>
                <a:ea typeface="Roboto" panose="02000000000000000000" pitchFamily="2" charset="0"/>
              </a:rPr>
              <a:t>:</a:t>
            </a:r>
            <a:endParaRPr lang="vi-VN" sz="1600" b="1">
              <a:latin typeface="Roboto" panose="02000000000000000000" pitchFamily="2" charset="0"/>
              <a:ea typeface="Roboto" panose="02000000000000000000" pitchFamily="2" charset="0"/>
            </a:endParaRPr>
          </a:p>
          <a:p>
            <a:pPr marL="285750" indent="-285750">
              <a:lnSpc>
                <a:spcPct val="150000"/>
              </a:lnSpc>
              <a:buFont typeface="Arial" panose="020B0604020202020204" pitchFamily="34" charset="0"/>
              <a:buChar char="•"/>
            </a:pPr>
            <a:r>
              <a:rPr lang="vi-VN" sz="1600" b="1">
                <a:latin typeface="Roboto" panose="02000000000000000000" pitchFamily="2" charset="0"/>
                <a:ea typeface="Roboto" panose="02000000000000000000" pitchFamily="2" charset="0"/>
              </a:rPr>
              <a:t>Asynchronous I/O:</a:t>
            </a:r>
            <a:r>
              <a:rPr lang="vi-VN" sz="1600">
                <a:latin typeface="Roboto" panose="02000000000000000000" pitchFamily="2" charset="0"/>
                <a:ea typeface="Roboto" panose="02000000000000000000" pitchFamily="2" charset="0"/>
              </a:rPr>
              <a:t> Xử lý nhiều yêu cầu đồng thời mà không chặn luồng thực thi.</a:t>
            </a:r>
          </a:p>
          <a:p>
            <a:pPr marL="285750" indent="-285750">
              <a:lnSpc>
                <a:spcPct val="150000"/>
              </a:lnSpc>
              <a:buFont typeface="Arial" panose="020B0604020202020204" pitchFamily="34" charset="0"/>
              <a:buChar char="•"/>
            </a:pPr>
            <a:r>
              <a:rPr lang="vi-VN" sz="1600" b="1">
                <a:latin typeface="Roboto" panose="02000000000000000000" pitchFamily="2" charset="0"/>
                <a:ea typeface="Roboto" panose="02000000000000000000" pitchFamily="2" charset="0"/>
              </a:rPr>
              <a:t>Hiệu suất cao:</a:t>
            </a:r>
            <a:r>
              <a:rPr lang="vi-VN" sz="1600">
                <a:latin typeface="Roboto" panose="02000000000000000000" pitchFamily="2" charset="0"/>
                <a:ea typeface="Roboto" panose="02000000000000000000" pitchFamily="2" charset="0"/>
              </a:rPr>
              <a:t> Tối ưu tốc độ nhờ V8 engine.</a:t>
            </a:r>
          </a:p>
          <a:p>
            <a:pPr marL="285750" indent="-285750">
              <a:lnSpc>
                <a:spcPct val="150000"/>
              </a:lnSpc>
              <a:buFont typeface="Arial" panose="020B0604020202020204" pitchFamily="34" charset="0"/>
              <a:buChar char="•"/>
            </a:pPr>
            <a:r>
              <a:rPr lang="vi-VN" sz="1600" b="1">
                <a:latin typeface="Roboto" panose="02000000000000000000" pitchFamily="2" charset="0"/>
                <a:ea typeface="Roboto" panose="02000000000000000000" pitchFamily="2" charset="0"/>
              </a:rPr>
              <a:t>Đồng nhất ngôn ngữ:</a:t>
            </a:r>
            <a:r>
              <a:rPr lang="vi-VN" sz="1600">
                <a:latin typeface="Roboto" panose="02000000000000000000" pitchFamily="2" charset="0"/>
                <a:ea typeface="Roboto" panose="02000000000000000000" pitchFamily="2" charset="0"/>
              </a:rPr>
              <a:t> Sử dụng JavaScript trên cả frontend và backend.</a:t>
            </a:r>
          </a:p>
          <a:p>
            <a:pPr marL="285750" indent="-285750">
              <a:lnSpc>
                <a:spcPct val="150000"/>
              </a:lnSpc>
              <a:buFont typeface="Arial" panose="020B0604020202020204" pitchFamily="34" charset="0"/>
              <a:buChar char="•"/>
            </a:pPr>
            <a:r>
              <a:rPr lang="vi-VN" sz="1600" b="1">
                <a:latin typeface="Roboto" panose="02000000000000000000" pitchFamily="2" charset="0"/>
                <a:ea typeface="Roboto" panose="02000000000000000000" pitchFamily="2" charset="0"/>
              </a:rPr>
              <a:t>Hệ sinh thái npm:</a:t>
            </a:r>
            <a:r>
              <a:rPr lang="vi-VN" sz="1600">
                <a:latin typeface="Roboto" panose="02000000000000000000" pitchFamily="2" charset="0"/>
                <a:ea typeface="Roboto" panose="02000000000000000000" pitchFamily="2" charset="0"/>
              </a:rPr>
              <a:t> Hỗ trợ hàng ngàn gói thư viện phong phú.</a:t>
            </a:r>
          </a:p>
          <a:p>
            <a:pPr>
              <a:lnSpc>
                <a:spcPct val="150000"/>
              </a:lnSpc>
            </a:pPr>
            <a:r>
              <a:rPr lang="vi-VN" sz="1600" b="1">
                <a:latin typeface="Roboto" panose="02000000000000000000" pitchFamily="2" charset="0"/>
                <a:ea typeface="Roboto" panose="02000000000000000000" pitchFamily="2" charset="0"/>
              </a:rPr>
              <a:t>Ứng dụng trong Website bán giày</a:t>
            </a:r>
            <a:r>
              <a:rPr lang="en-US" sz="1600" b="1">
                <a:latin typeface="Roboto" panose="02000000000000000000" pitchFamily="2" charset="0"/>
                <a:ea typeface="Roboto" panose="02000000000000000000" pitchFamily="2" charset="0"/>
              </a:rPr>
              <a:t>:</a:t>
            </a:r>
            <a:endParaRPr lang="vi-VN" sz="1600" b="1">
              <a:latin typeface="Roboto" panose="02000000000000000000" pitchFamily="2" charset="0"/>
              <a:ea typeface="Roboto" panose="02000000000000000000" pitchFamily="2" charset="0"/>
            </a:endParaRPr>
          </a:p>
          <a:p>
            <a:pPr marL="285750" indent="-285750">
              <a:lnSpc>
                <a:spcPct val="150000"/>
              </a:lnSpc>
              <a:buFont typeface="Arial" panose="020B0604020202020204" pitchFamily="34" charset="0"/>
              <a:buChar char="•"/>
            </a:pPr>
            <a:r>
              <a:rPr lang="vi-VN" sz="1600" b="1">
                <a:latin typeface="Roboto" panose="02000000000000000000" pitchFamily="2" charset="0"/>
                <a:ea typeface="Roboto" panose="02000000000000000000" pitchFamily="2" charset="0"/>
              </a:rPr>
              <a:t>Quản lý cơ sở dữ liệu:</a:t>
            </a:r>
            <a:r>
              <a:rPr lang="vi-VN" sz="1600">
                <a:latin typeface="Roboto" panose="02000000000000000000" pitchFamily="2" charset="0"/>
                <a:ea typeface="Roboto" panose="02000000000000000000" pitchFamily="2" charset="0"/>
              </a:rPr>
              <a:t> Kết nối MySQL để xử lý sản phẩm, đơn hàng, người dùng.</a:t>
            </a:r>
          </a:p>
          <a:p>
            <a:pPr marL="285750" indent="-285750">
              <a:lnSpc>
                <a:spcPct val="150000"/>
              </a:lnSpc>
              <a:buFont typeface="Arial" panose="020B0604020202020204" pitchFamily="34" charset="0"/>
              <a:buChar char="•"/>
            </a:pPr>
            <a:r>
              <a:rPr lang="vi-VN" sz="1600" b="1">
                <a:latin typeface="Roboto" panose="02000000000000000000" pitchFamily="2" charset="0"/>
                <a:ea typeface="Roboto" panose="02000000000000000000" pitchFamily="2" charset="0"/>
              </a:rPr>
              <a:t>API RESTful:</a:t>
            </a:r>
            <a:r>
              <a:rPr lang="vi-VN" sz="1600">
                <a:latin typeface="Roboto" panose="02000000000000000000" pitchFamily="2" charset="0"/>
                <a:ea typeface="Roboto" panose="02000000000000000000" pitchFamily="2" charset="0"/>
              </a:rPr>
              <a:t> Cung cấp API cho các thao tác giỏ hàng, thanh toán.</a:t>
            </a:r>
          </a:p>
          <a:p>
            <a:pPr marL="285750" indent="-285750">
              <a:lnSpc>
                <a:spcPct val="150000"/>
              </a:lnSpc>
              <a:buFont typeface="Arial" panose="020B0604020202020204" pitchFamily="34" charset="0"/>
              <a:buChar char="•"/>
            </a:pPr>
            <a:r>
              <a:rPr lang="vi-VN" sz="1600" b="1">
                <a:latin typeface="Roboto" panose="02000000000000000000" pitchFamily="2" charset="0"/>
                <a:ea typeface="Roboto" panose="02000000000000000000" pitchFamily="2" charset="0"/>
              </a:rPr>
              <a:t>Thời gian thực:</a:t>
            </a:r>
            <a:r>
              <a:rPr lang="vi-VN" sz="1600">
                <a:latin typeface="Roboto" panose="02000000000000000000" pitchFamily="2" charset="0"/>
                <a:ea typeface="Roboto" panose="02000000000000000000" pitchFamily="2" charset="0"/>
              </a:rPr>
              <a:t> Hỗ trợ cập nhật giỏ hàng, trạng thái đơn hàng với WebSocket.</a:t>
            </a:r>
          </a:p>
          <a:p>
            <a:pPr marL="285750" indent="-285750">
              <a:lnSpc>
                <a:spcPct val="150000"/>
              </a:lnSpc>
              <a:buFont typeface="Arial" panose="020B0604020202020204" pitchFamily="34" charset="0"/>
              <a:buChar char="•"/>
            </a:pPr>
            <a:r>
              <a:rPr lang="vi-VN" sz="1600" b="1">
                <a:latin typeface="Roboto" panose="02000000000000000000" pitchFamily="2" charset="0"/>
                <a:ea typeface="Roboto" panose="02000000000000000000" pitchFamily="2" charset="0"/>
              </a:rPr>
              <a:t>Bảo mật:</a:t>
            </a:r>
            <a:r>
              <a:rPr lang="vi-VN" sz="1600">
                <a:latin typeface="Roboto" panose="02000000000000000000" pitchFamily="2" charset="0"/>
                <a:ea typeface="Roboto" panose="02000000000000000000" pitchFamily="2" charset="0"/>
              </a:rPr>
              <a:t> Sử dụng JWT cho đăng nhập và xác thực an toàn.</a:t>
            </a:r>
          </a:p>
        </p:txBody>
      </p:sp>
      <p:sp>
        <p:nvSpPr>
          <p:cNvPr id="8" name="Title 4">
            <a:extLst>
              <a:ext uri="{FF2B5EF4-FFF2-40B4-BE49-F238E27FC236}">
                <a16:creationId xmlns:a16="http://schemas.microsoft.com/office/drawing/2014/main" id="{CCB545E5-5910-73D4-7DE9-54713FCCFA23}"/>
              </a:ext>
            </a:extLst>
          </p:cNvPr>
          <p:cNvSpPr txBox="1">
            <a:spLocks/>
          </p:cNvSpPr>
          <p:nvPr/>
        </p:nvSpPr>
        <p:spPr>
          <a:xfrm>
            <a:off x="331694" y="274955"/>
            <a:ext cx="3612776" cy="64308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b="1" kern="1200">
                <a:solidFill>
                  <a:schemeClr val="accent6"/>
                </a:solidFill>
                <a:latin typeface="+mj-lt"/>
                <a:ea typeface="+mj-ea"/>
                <a:cs typeface="+mj-cs"/>
              </a:defRPr>
            </a:lvl1pPr>
          </a:lstStyle>
          <a:p>
            <a:r>
              <a:rPr lang="en-US" sz="3000"/>
              <a:t>1. CƠ SỞ LÝ THUYẾT</a:t>
            </a:r>
            <a:endParaRPr lang="en-US" sz="3000" dirty="0"/>
          </a:p>
        </p:txBody>
      </p:sp>
      <p:sp>
        <p:nvSpPr>
          <p:cNvPr id="2" name="Footer Placeholder 3">
            <a:extLst>
              <a:ext uri="{FF2B5EF4-FFF2-40B4-BE49-F238E27FC236}">
                <a16:creationId xmlns:a16="http://schemas.microsoft.com/office/drawing/2014/main" id="{54C68571-14A3-6CD9-B4D2-203CF6D13482}"/>
              </a:ext>
            </a:extLst>
          </p:cNvPr>
          <p:cNvSpPr txBox="1">
            <a:spLocks/>
          </p:cNvSpPr>
          <p:nvPr/>
        </p:nvSpPr>
        <p:spPr>
          <a:xfrm>
            <a:off x="484631" y="6217920"/>
            <a:ext cx="4517675"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a:effectLst/>
                <a:latin typeface="Roboto" panose="02000000000000000000" pitchFamily="2" charset="0"/>
                <a:ea typeface="Roboto" panose="02000000000000000000" pitchFamily="2" charset="0"/>
              </a:rPr>
              <a:t>XÂY DỰNG WEBSITE THƯƠNG MẠI ĐIỆN TỬ GIÀY THỜI TRANG NODE.JS</a:t>
            </a:r>
            <a:br>
              <a:rPr lang="vi-VN" sz="1000">
                <a:effectLst/>
                <a:latin typeface="Roboto" panose="02000000000000000000" pitchFamily="2" charset="0"/>
                <a:ea typeface="Roboto" panose="02000000000000000000" pitchFamily="2" charset="0"/>
              </a:rPr>
            </a:br>
            <a:endParaRPr lang="vi-VN" sz="1000"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0287790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45830-AB7E-7FFC-AEB0-A00511AD3B56}"/>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0575067-90B7-4793-0E8E-08D2D929A0BD}"/>
              </a:ext>
            </a:extLst>
          </p:cNvPr>
          <p:cNvSpPr>
            <a:spLocks noGrp="1"/>
          </p:cNvSpPr>
          <p:nvPr>
            <p:ph type="sldNum" sz="quarter" idx="12"/>
          </p:nvPr>
        </p:nvSpPr>
        <p:spPr/>
        <p:txBody>
          <a:bodyPr/>
          <a:lstStyle/>
          <a:p>
            <a:fld id="{D5F9BE7B-8C6A-4521-AC0D-F4FAD6600991}" type="slidenum">
              <a:rPr lang="en-US" smtClean="0"/>
              <a:t>8</a:t>
            </a:fld>
            <a:endParaRPr lang="en-US"/>
          </a:p>
        </p:txBody>
      </p:sp>
      <p:sp>
        <p:nvSpPr>
          <p:cNvPr id="7" name="TextBox 6">
            <a:extLst>
              <a:ext uri="{FF2B5EF4-FFF2-40B4-BE49-F238E27FC236}">
                <a16:creationId xmlns:a16="http://schemas.microsoft.com/office/drawing/2014/main" id="{348E5710-E9F4-AC1F-30D3-F014F253E094}"/>
              </a:ext>
            </a:extLst>
          </p:cNvPr>
          <p:cNvSpPr txBox="1"/>
          <p:nvPr/>
        </p:nvSpPr>
        <p:spPr>
          <a:xfrm>
            <a:off x="511935" y="812849"/>
            <a:ext cx="11168129" cy="5247590"/>
          </a:xfrm>
          <a:prstGeom prst="rect">
            <a:avLst/>
          </a:prstGeom>
          <a:noFill/>
        </p:spPr>
        <p:txBody>
          <a:bodyPr wrap="square">
            <a:spAutoFit/>
          </a:bodyPr>
          <a:lstStyle/>
          <a:p>
            <a:pPr>
              <a:lnSpc>
                <a:spcPct val="150000"/>
              </a:lnSpc>
            </a:pPr>
            <a:r>
              <a:rPr lang="vi-VN" sz="1500" b="1">
                <a:latin typeface="Roboto" panose="02000000000000000000" pitchFamily="2" charset="0"/>
                <a:ea typeface="Roboto" panose="02000000000000000000" pitchFamily="2" charset="0"/>
              </a:rPr>
              <a:t>1.3 Giới thiệu về MySQL</a:t>
            </a:r>
          </a:p>
          <a:p>
            <a:pPr>
              <a:lnSpc>
                <a:spcPct val="150000"/>
              </a:lnSpc>
            </a:pPr>
            <a:r>
              <a:rPr lang="vi-VN" sz="1500" b="1">
                <a:latin typeface="Roboto" panose="02000000000000000000" pitchFamily="2" charset="0"/>
                <a:ea typeface="Roboto" panose="02000000000000000000" pitchFamily="2" charset="0"/>
              </a:rPr>
              <a:t>MySQL là gì?</a:t>
            </a:r>
            <a:br>
              <a:rPr lang="vi-VN" sz="1500">
                <a:latin typeface="Roboto" panose="02000000000000000000" pitchFamily="2" charset="0"/>
                <a:ea typeface="Roboto" panose="02000000000000000000" pitchFamily="2" charset="0"/>
              </a:rPr>
            </a:br>
            <a:r>
              <a:rPr lang="vi-VN" sz="1500">
                <a:latin typeface="Roboto" panose="02000000000000000000" pitchFamily="2" charset="0"/>
                <a:ea typeface="Roboto" panose="02000000000000000000" pitchFamily="2" charset="0"/>
              </a:rPr>
              <a:t>MySQL là hệ quản trị cơ sở dữ liệu quan hệ (RDBMS) mã nguồn mở, được sử dụng rộng rãi để lưu trữ và quản lý dữ liệu của các ứng dụng web. MySQL sử dụng </a:t>
            </a:r>
            <a:r>
              <a:rPr lang="vi-VN" sz="1500" b="1">
                <a:latin typeface="Roboto" panose="02000000000000000000" pitchFamily="2" charset="0"/>
                <a:ea typeface="Roboto" panose="02000000000000000000" pitchFamily="2" charset="0"/>
              </a:rPr>
              <a:t>SQL (Structured Query Language)</a:t>
            </a:r>
            <a:r>
              <a:rPr lang="vi-VN" sz="1500">
                <a:latin typeface="Roboto" panose="02000000000000000000" pitchFamily="2" charset="0"/>
                <a:ea typeface="Roboto" panose="02000000000000000000" pitchFamily="2" charset="0"/>
              </a:rPr>
              <a:t> để thao tác dữ liệu.</a:t>
            </a:r>
          </a:p>
          <a:p>
            <a:pPr>
              <a:lnSpc>
                <a:spcPct val="150000"/>
              </a:lnSpc>
            </a:pPr>
            <a:r>
              <a:rPr lang="vi-VN" sz="1500" b="1">
                <a:latin typeface="Roboto" panose="02000000000000000000" pitchFamily="2" charset="0"/>
                <a:ea typeface="Roboto" panose="02000000000000000000" pitchFamily="2" charset="0"/>
              </a:rPr>
              <a:t>Ưu điểm của MySQL</a:t>
            </a:r>
          </a:p>
          <a:p>
            <a:pPr marL="285750" indent="-285750">
              <a:lnSpc>
                <a:spcPct val="150000"/>
              </a:lnSpc>
              <a:buFont typeface="Arial" panose="020B0604020202020204" pitchFamily="34" charset="0"/>
              <a:buChar char="•"/>
            </a:pPr>
            <a:r>
              <a:rPr lang="vi-VN" sz="1500" b="1">
                <a:latin typeface="Roboto" panose="02000000000000000000" pitchFamily="2" charset="0"/>
                <a:ea typeface="Roboto" panose="02000000000000000000" pitchFamily="2" charset="0"/>
              </a:rPr>
              <a:t>Hiệu năng cao:</a:t>
            </a:r>
            <a:r>
              <a:rPr lang="vi-VN" sz="1500">
                <a:latin typeface="Roboto" panose="02000000000000000000" pitchFamily="2" charset="0"/>
                <a:ea typeface="Roboto" panose="02000000000000000000" pitchFamily="2" charset="0"/>
              </a:rPr>
              <a:t> Xử lý lượng lớn dữ liệu với tốc độ nhanh, phù hợp cho các ứng dụng web.</a:t>
            </a:r>
          </a:p>
          <a:p>
            <a:pPr marL="285750" indent="-285750">
              <a:lnSpc>
                <a:spcPct val="150000"/>
              </a:lnSpc>
              <a:buFont typeface="Arial" panose="020B0604020202020204" pitchFamily="34" charset="0"/>
              <a:buChar char="•"/>
            </a:pPr>
            <a:r>
              <a:rPr lang="vi-VN" sz="1500" b="1">
                <a:latin typeface="Roboto" panose="02000000000000000000" pitchFamily="2" charset="0"/>
                <a:ea typeface="Roboto" panose="02000000000000000000" pitchFamily="2" charset="0"/>
              </a:rPr>
              <a:t>Dễ sử dụng:</a:t>
            </a:r>
            <a:r>
              <a:rPr lang="vi-VN" sz="1500">
                <a:latin typeface="Roboto" panose="02000000000000000000" pitchFamily="2" charset="0"/>
                <a:ea typeface="Roboto" panose="02000000000000000000" pitchFamily="2" charset="0"/>
              </a:rPr>
              <a:t> Hỗ trợ cú pháp SQL thân thiện, dễ học và triển khai.</a:t>
            </a:r>
          </a:p>
          <a:p>
            <a:pPr marL="285750" indent="-285750">
              <a:lnSpc>
                <a:spcPct val="150000"/>
              </a:lnSpc>
              <a:buFont typeface="Arial" panose="020B0604020202020204" pitchFamily="34" charset="0"/>
              <a:buChar char="•"/>
            </a:pPr>
            <a:r>
              <a:rPr lang="vi-VN" sz="1500" b="1">
                <a:latin typeface="Roboto" panose="02000000000000000000" pitchFamily="2" charset="0"/>
                <a:ea typeface="Roboto" panose="02000000000000000000" pitchFamily="2" charset="0"/>
              </a:rPr>
              <a:t>Mã nguồn mở:</a:t>
            </a:r>
            <a:r>
              <a:rPr lang="vi-VN" sz="1500">
                <a:latin typeface="Roboto" panose="02000000000000000000" pitchFamily="2" charset="0"/>
                <a:ea typeface="Roboto" panose="02000000000000000000" pitchFamily="2" charset="0"/>
              </a:rPr>
              <a:t> Không tốn phí và có cộng đồng hỗ trợ rộng lớn.</a:t>
            </a:r>
          </a:p>
          <a:p>
            <a:pPr marL="285750" indent="-285750">
              <a:lnSpc>
                <a:spcPct val="150000"/>
              </a:lnSpc>
              <a:buFont typeface="Arial" panose="020B0604020202020204" pitchFamily="34" charset="0"/>
              <a:buChar char="•"/>
            </a:pPr>
            <a:r>
              <a:rPr lang="vi-VN" sz="1500" b="1">
                <a:latin typeface="Roboto" panose="02000000000000000000" pitchFamily="2" charset="0"/>
                <a:ea typeface="Roboto" panose="02000000000000000000" pitchFamily="2" charset="0"/>
              </a:rPr>
              <a:t>Tính tương thích:</a:t>
            </a:r>
            <a:r>
              <a:rPr lang="vi-VN" sz="1500">
                <a:latin typeface="Roboto" panose="02000000000000000000" pitchFamily="2" charset="0"/>
                <a:ea typeface="Roboto" panose="02000000000000000000" pitchFamily="2" charset="0"/>
              </a:rPr>
              <a:t> Kết hợp tốt với nhiều ngôn ngữ lập trình như Node.js, PHP, Python.</a:t>
            </a:r>
          </a:p>
          <a:p>
            <a:pPr marL="285750" indent="-285750">
              <a:lnSpc>
                <a:spcPct val="150000"/>
              </a:lnSpc>
              <a:buFont typeface="Arial" panose="020B0604020202020204" pitchFamily="34" charset="0"/>
              <a:buChar char="•"/>
            </a:pPr>
            <a:r>
              <a:rPr lang="vi-VN" sz="1500" b="1">
                <a:latin typeface="Roboto" panose="02000000000000000000" pitchFamily="2" charset="0"/>
                <a:ea typeface="Roboto" panose="02000000000000000000" pitchFamily="2" charset="0"/>
              </a:rPr>
              <a:t>Bảo mật cao:</a:t>
            </a:r>
            <a:r>
              <a:rPr lang="vi-VN" sz="1500">
                <a:latin typeface="Roboto" panose="02000000000000000000" pitchFamily="2" charset="0"/>
                <a:ea typeface="Roboto" panose="02000000000000000000" pitchFamily="2" charset="0"/>
              </a:rPr>
              <a:t> Hỗ trợ kiểm soát truy cập, xác thực người dùng và mã hóa dữ liệu.</a:t>
            </a:r>
          </a:p>
          <a:p>
            <a:pPr>
              <a:lnSpc>
                <a:spcPct val="150000"/>
              </a:lnSpc>
            </a:pPr>
            <a:r>
              <a:rPr lang="vi-VN" sz="1500" b="1">
                <a:latin typeface="Roboto" panose="02000000000000000000" pitchFamily="2" charset="0"/>
                <a:ea typeface="Roboto" panose="02000000000000000000" pitchFamily="2" charset="0"/>
              </a:rPr>
              <a:t>Ứng dụng trong Website bán giày</a:t>
            </a:r>
          </a:p>
          <a:p>
            <a:pPr marL="285750" indent="-285750">
              <a:lnSpc>
                <a:spcPct val="150000"/>
              </a:lnSpc>
              <a:buFont typeface="Arial" panose="020B0604020202020204" pitchFamily="34" charset="0"/>
              <a:buChar char="•"/>
            </a:pPr>
            <a:r>
              <a:rPr lang="vi-VN" sz="1500" b="1">
                <a:latin typeface="Roboto" panose="02000000000000000000" pitchFamily="2" charset="0"/>
                <a:ea typeface="Roboto" panose="02000000000000000000" pitchFamily="2" charset="0"/>
              </a:rPr>
              <a:t>Quản lý sản phẩm:</a:t>
            </a:r>
            <a:r>
              <a:rPr lang="vi-VN" sz="1500">
                <a:latin typeface="Roboto" panose="02000000000000000000" pitchFamily="2" charset="0"/>
                <a:ea typeface="Roboto" panose="02000000000000000000" pitchFamily="2" charset="0"/>
              </a:rPr>
              <a:t> Lưu trữ thông tin giày (tên, giá, kích cỡ, danh mục).</a:t>
            </a:r>
          </a:p>
          <a:p>
            <a:pPr marL="285750" indent="-285750">
              <a:lnSpc>
                <a:spcPct val="150000"/>
              </a:lnSpc>
              <a:buFont typeface="Arial" panose="020B0604020202020204" pitchFamily="34" charset="0"/>
              <a:buChar char="•"/>
            </a:pPr>
            <a:r>
              <a:rPr lang="vi-VN" sz="1500" b="1">
                <a:latin typeface="Roboto" panose="02000000000000000000" pitchFamily="2" charset="0"/>
                <a:ea typeface="Roboto" panose="02000000000000000000" pitchFamily="2" charset="0"/>
              </a:rPr>
              <a:t>Quản lý người dùng:</a:t>
            </a:r>
            <a:r>
              <a:rPr lang="vi-VN" sz="1500">
                <a:latin typeface="Roboto" panose="02000000000000000000" pitchFamily="2" charset="0"/>
                <a:ea typeface="Roboto" panose="02000000000000000000" pitchFamily="2" charset="0"/>
              </a:rPr>
              <a:t> Theo dõi thông tin tài khoản, lịch sử mua hàng.</a:t>
            </a:r>
          </a:p>
          <a:p>
            <a:pPr marL="285750" indent="-285750">
              <a:lnSpc>
                <a:spcPct val="150000"/>
              </a:lnSpc>
              <a:buFont typeface="Arial" panose="020B0604020202020204" pitchFamily="34" charset="0"/>
              <a:buChar char="•"/>
            </a:pPr>
            <a:r>
              <a:rPr lang="vi-VN" sz="1500" b="1">
                <a:latin typeface="Roboto" panose="02000000000000000000" pitchFamily="2" charset="0"/>
                <a:ea typeface="Roboto" panose="02000000000000000000" pitchFamily="2" charset="0"/>
              </a:rPr>
              <a:t>Xử lý đơn hàng:</a:t>
            </a:r>
            <a:r>
              <a:rPr lang="vi-VN" sz="1500">
                <a:latin typeface="Roboto" panose="02000000000000000000" pitchFamily="2" charset="0"/>
                <a:ea typeface="Roboto" panose="02000000000000000000" pitchFamily="2" charset="0"/>
              </a:rPr>
              <a:t> Lưu trữ chi tiết đơn hàng, trạng thái thanh toán.</a:t>
            </a:r>
          </a:p>
          <a:p>
            <a:pPr marL="285750" indent="-285750">
              <a:lnSpc>
                <a:spcPct val="150000"/>
              </a:lnSpc>
              <a:buFont typeface="Arial" panose="020B0604020202020204" pitchFamily="34" charset="0"/>
              <a:buChar char="•"/>
            </a:pPr>
            <a:r>
              <a:rPr lang="vi-VN" sz="1500" b="1">
                <a:latin typeface="Roboto" panose="02000000000000000000" pitchFamily="2" charset="0"/>
                <a:ea typeface="Roboto" panose="02000000000000000000" pitchFamily="2" charset="0"/>
              </a:rPr>
              <a:t>Tìm kiếm và lọc:</a:t>
            </a:r>
            <a:r>
              <a:rPr lang="vi-VN" sz="1500">
                <a:latin typeface="Roboto" panose="02000000000000000000" pitchFamily="2" charset="0"/>
                <a:ea typeface="Roboto" panose="02000000000000000000" pitchFamily="2" charset="0"/>
              </a:rPr>
              <a:t> Hỗ trợ tìm kiếm sản phẩm theo danh mục, giá, hoặc kích thước.</a:t>
            </a:r>
          </a:p>
        </p:txBody>
      </p:sp>
      <p:sp>
        <p:nvSpPr>
          <p:cNvPr id="8" name="Title 4">
            <a:extLst>
              <a:ext uri="{FF2B5EF4-FFF2-40B4-BE49-F238E27FC236}">
                <a16:creationId xmlns:a16="http://schemas.microsoft.com/office/drawing/2014/main" id="{0C4E6554-2EA9-7180-5D05-33661093DAFE}"/>
              </a:ext>
            </a:extLst>
          </p:cNvPr>
          <p:cNvSpPr txBox="1">
            <a:spLocks/>
          </p:cNvSpPr>
          <p:nvPr/>
        </p:nvSpPr>
        <p:spPr>
          <a:xfrm>
            <a:off x="331694" y="274955"/>
            <a:ext cx="3612776" cy="64308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b="1" kern="1200">
                <a:solidFill>
                  <a:schemeClr val="accent6"/>
                </a:solidFill>
                <a:latin typeface="+mj-lt"/>
                <a:ea typeface="+mj-ea"/>
                <a:cs typeface="+mj-cs"/>
              </a:defRPr>
            </a:lvl1pPr>
          </a:lstStyle>
          <a:p>
            <a:r>
              <a:rPr lang="en-US" sz="3000"/>
              <a:t>1. CƠ SỞ LÝ THUYẾT</a:t>
            </a:r>
            <a:endParaRPr lang="en-US" sz="3000" dirty="0"/>
          </a:p>
        </p:txBody>
      </p:sp>
      <p:sp>
        <p:nvSpPr>
          <p:cNvPr id="2" name="Footer Placeholder 3">
            <a:extLst>
              <a:ext uri="{FF2B5EF4-FFF2-40B4-BE49-F238E27FC236}">
                <a16:creationId xmlns:a16="http://schemas.microsoft.com/office/drawing/2014/main" id="{4E4ED4E5-B58F-9DF9-9E58-75F962666948}"/>
              </a:ext>
            </a:extLst>
          </p:cNvPr>
          <p:cNvSpPr txBox="1">
            <a:spLocks/>
          </p:cNvSpPr>
          <p:nvPr/>
        </p:nvSpPr>
        <p:spPr>
          <a:xfrm>
            <a:off x="484631" y="6217920"/>
            <a:ext cx="4517675"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a:effectLst/>
                <a:latin typeface="Roboto" panose="02000000000000000000" pitchFamily="2" charset="0"/>
                <a:ea typeface="Roboto" panose="02000000000000000000" pitchFamily="2" charset="0"/>
              </a:rPr>
              <a:t>XÂY DỰNG WEBSITE THƯƠNG MẠI ĐIỆN TỬ GIÀY THỜI TRANG NODE.JS</a:t>
            </a:r>
            <a:br>
              <a:rPr lang="vi-VN" sz="1000">
                <a:effectLst/>
                <a:latin typeface="Roboto" panose="02000000000000000000" pitchFamily="2" charset="0"/>
                <a:ea typeface="Roboto" panose="02000000000000000000" pitchFamily="2" charset="0"/>
              </a:rPr>
            </a:br>
            <a:endParaRPr lang="vi-VN" sz="1000"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3661386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13663CA-BA5A-41E7-1FBE-D38846DFEF75}"/>
              </a:ext>
            </a:extLst>
          </p:cNvPr>
          <p:cNvSpPr>
            <a:spLocks noGrp="1"/>
          </p:cNvSpPr>
          <p:nvPr>
            <p:ph type="title"/>
          </p:nvPr>
        </p:nvSpPr>
        <p:spPr>
          <a:xfrm>
            <a:off x="6095999" y="1510439"/>
            <a:ext cx="4669613" cy="1688906"/>
          </a:xfrm>
        </p:spPr>
        <p:txBody>
          <a:bodyPr/>
          <a:lstStyle/>
          <a:p>
            <a:r>
              <a:rPr lang="en-US" sz="3500">
                <a:latin typeface="Posterama Text Black (Headings)"/>
              </a:rPr>
              <a:t>2. PHÂN TÍCH THIẾT KẾ HỆ THỐNG</a:t>
            </a:r>
            <a:endParaRPr lang="en-US" sz="3500" dirty="0">
              <a:latin typeface="Posterama Text Black (Headings)"/>
            </a:endParaRPr>
          </a:p>
        </p:txBody>
      </p:sp>
      <p:sp>
        <p:nvSpPr>
          <p:cNvPr id="11" name="Text Placeholder 10">
            <a:extLst>
              <a:ext uri="{FF2B5EF4-FFF2-40B4-BE49-F238E27FC236}">
                <a16:creationId xmlns:a16="http://schemas.microsoft.com/office/drawing/2014/main" id="{02CEC6EF-006F-693B-5D79-47FD797CB22B}"/>
              </a:ext>
            </a:extLst>
          </p:cNvPr>
          <p:cNvSpPr>
            <a:spLocks noGrp="1"/>
          </p:cNvSpPr>
          <p:nvPr>
            <p:ph type="body" sz="quarter" idx="29"/>
          </p:nvPr>
        </p:nvSpPr>
        <p:spPr>
          <a:xfrm>
            <a:off x="6095999" y="3303494"/>
            <a:ext cx="4835237" cy="1637961"/>
          </a:xfrm>
        </p:spPr>
        <p:txBody>
          <a:bodyPr/>
          <a:lstStyle/>
          <a:p>
            <a:pPr lvl="0">
              <a:lnSpc>
                <a:spcPct val="150000"/>
              </a:lnSpc>
              <a:spcBef>
                <a:spcPts val="1200"/>
              </a:spcBef>
              <a:spcAft>
                <a:spcPts val="300"/>
              </a:spcAft>
            </a:pPr>
            <a:endParaRPr lang="en-US" sz="1800" b="1">
              <a:effectLst/>
              <a:latin typeface="Posterama Text Black (Headings)"/>
              <a:cs typeface="Arial" panose="020B0604020202020204" pitchFamily="34" charset="0"/>
            </a:endParaRPr>
          </a:p>
        </p:txBody>
      </p:sp>
      <p:sp>
        <p:nvSpPr>
          <p:cNvPr id="5" name="Slide Number Placeholder 4">
            <a:extLst>
              <a:ext uri="{FF2B5EF4-FFF2-40B4-BE49-F238E27FC236}">
                <a16:creationId xmlns:a16="http://schemas.microsoft.com/office/drawing/2014/main" id="{E31C7500-E032-DBB5-A780-8247E3B7367B}"/>
              </a:ext>
            </a:extLst>
          </p:cNvPr>
          <p:cNvSpPr>
            <a:spLocks noGrp="1"/>
          </p:cNvSpPr>
          <p:nvPr>
            <p:ph type="sldNum" sz="quarter" idx="31"/>
          </p:nvPr>
        </p:nvSpPr>
        <p:spPr/>
        <p:txBody>
          <a:bodyPr/>
          <a:lstStyle/>
          <a:p>
            <a:fld id="{47FEACEE-25B4-4A2D-B147-27296E36371D}" type="slidenum">
              <a:rPr lang="en-US" altLang="zh-CN" noProof="0" smtClean="0"/>
              <a:pPr/>
              <a:t>9</a:t>
            </a:fld>
            <a:endParaRPr lang="en-US" altLang="zh-CN" noProof="0" dirty="0"/>
          </a:p>
        </p:txBody>
      </p:sp>
      <p:sp>
        <p:nvSpPr>
          <p:cNvPr id="9" name="Footer Placeholder 3">
            <a:extLst>
              <a:ext uri="{FF2B5EF4-FFF2-40B4-BE49-F238E27FC236}">
                <a16:creationId xmlns:a16="http://schemas.microsoft.com/office/drawing/2014/main" id="{E3EC1206-F00C-6EE5-48B8-018D50D1413C}"/>
              </a:ext>
            </a:extLst>
          </p:cNvPr>
          <p:cNvSpPr txBox="1">
            <a:spLocks/>
          </p:cNvSpPr>
          <p:nvPr/>
        </p:nvSpPr>
        <p:spPr>
          <a:xfrm>
            <a:off x="484631" y="6217920"/>
            <a:ext cx="4517675"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a:effectLst/>
                <a:latin typeface="Roboto" panose="02000000000000000000" pitchFamily="2" charset="0"/>
                <a:ea typeface="Roboto" panose="02000000000000000000" pitchFamily="2" charset="0"/>
              </a:rPr>
              <a:t>XÂY DỰNG WEBSITE THƯƠNG MẠI ĐIỆN TỬ GIÀY THỜI TRANG NODE.JS</a:t>
            </a:r>
            <a:br>
              <a:rPr lang="vi-VN" sz="1000">
                <a:effectLst/>
                <a:latin typeface="Roboto" panose="02000000000000000000" pitchFamily="2" charset="0"/>
                <a:ea typeface="Roboto" panose="02000000000000000000" pitchFamily="2" charset="0"/>
              </a:rPr>
            </a:br>
            <a:endParaRPr lang="vi-VN" sz="1000"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29559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B05EA-247D-7A56-6FE6-130F64259857}"/>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E858812-E8B4-BDF2-2BD6-6B5F3570C072}"/>
              </a:ext>
            </a:extLst>
          </p:cNvPr>
          <p:cNvSpPr>
            <a:spLocks noGrp="1"/>
          </p:cNvSpPr>
          <p:nvPr>
            <p:ph type="sldNum" sz="quarter" idx="12"/>
          </p:nvPr>
        </p:nvSpPr>
        <p:spPr/>
        <p:txBody>
          <a:bodyPr/>
          <a:lstStyle/>
          <a:p>
            <a:fld id="{D5F9BE7B-8C6A-4521-AC0D-F4FAD6600991}" type="slidenum">
              <a:rPr lang="en-US" smtClean="0"/>
              <a:t>10</a:t>
            </a:fld>
            <a:endParaRPr lang="en-US"/>
          </a:p>
        </p:txBody>
      </p:sp>
      <p:sp>
        <p:nvSpPr>
          <p:cNvPr id="7" name="TextBox 6">
            <a:extLst>
              <a:ext uri="{FF2B5EF4-FFF2-40B4-BE49-F238E27FC236}">
                <a16:creationId xmlns:a16="http://schemas.microsoft.com/office/drawing/2014/main" id="{43E839F1-59AE-F9A3-34E2-4EEF3565FE64}"/>
              </a:ext>
            </a:extLst>
          </p:cNvPr>
          <p:cNvSpPr txBox="1"/>
          <p:nvPr/>
        </p:nvSpPr>
        <p:spPr>
          <a:xfrm>
            <a:off x="583511" y="943615"/>
            <a:ext cx="3638866" cy="458074"/>
          </a:xfrm>
          <a:prstGeom prst="rect">
            <a:avLst/>
          </a:prstGeom>
          <a:noFill/>
        </p:spPr>
        <p:txBody>
          <a:bodyPr wrap="square">
            <a:spAutoFit/>
          </a:bodyPr>
          <a:lstStyle/>
          <a:p>
            <a:pPr>
              <a:lnSpc>
                <a:spcPct val="150000"/>
              </a:lnSpc>
            </a:pPr>
            <a:r>
              <a:rPr lang="en-US" sz="1800">
                <a:effectLst/>
                <a:latin typeface="Roboto" panose="02000000000000000000" pitchFamily="2" charset="0"/>
                <a:ea typeface="Roboto" panose="02000000000000000000" pitchFamily="2" charset="0"/>
              </a:rPr>
              <a:t>2.1 Mô hình</a:t>
            </a:r>
            <a:r>
              <a:rPr lang="en-US">
                <a:latin typeface="Roboto" panose="02000000000000000000" pitchFamily="2" charset="0"/>
                <a:ea typeface="Roboto" panose="02000000000000000000" pitchFamily="2" charset="0"/>
              </a:rPr>
              <a:t> thực thể kết hợp</a:t>
            </a:r>
            <a:endParaRPr lang="en-US" sz="1800">
              <a:effectLst/>
              <a:latin typeface="Roboto" panose="02000000000000000000" pitchFamily="2" charset="0"/>
              <a:ea typeface="Roboto" panose="02000000000000000000" pitchFamily="2" charset="0"/>
            </a:endParaRPr>
          </a:p>
        </p:txBody>
      </p:sp>
      <p:sp>
        <p:nvSpPr>
          <p:cNvPr id="8" name="Title 4">
            <a:extLst>
              <a:ext uri="{FF2B5EF4-FFF2-40B4-BE49-F238E27FC236}">
                <a16:creationId xmlns:a16="http://schemas.microsoft.com/office/drawing/2014/main" id="{A2E844C7-3C35-4059-E2A1-BF156E1D7C83}"/>
              </a:ext>
            </a:extLst>
          </p:cNvPr>
          <p:cNvSpPr txBox="1">
            <a:spLocks/>
          </p:cNvSpPr>
          <p:nvPr/>
        </p:nvSpPr>
        <p:spPr>
          <a:xfrm>
            <a:off x="239329" y="300529"/>
            <a:ext cx="6410851" cy="64308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b="1" kern="1200">
                <a:solidFill>
                  <a:schemeClr val="accent6"/>
                </a:solidFill>
                <a:latin typeface="+mj-lt"/>
                <a:ea typeface="+mj-ea"/>
                <a:cs typeface="+mj-cs"/>
              </a:defRPr>
            </a:lvl1pPr>
          </a:lstStyle>
          <a:p>
            <a:r>
              <a:rPr lang="en-US" sz="3200">
                <a:latin typeface="Posterama Text Black (Headings)"/>
              </a:rPr>
              <a:t>2. PHÂN TÍCH THIẾT KẾ HỆ THỐNG</a:t>
            </a:r>
            <a:endParaRPr lang="en-US" sz="3000" dirty="0"/>
          </a:p>
        </p:txBody>
      </p:sp>
      <p:sp>
        <p:nvSpPr>
          <p:cNvPr id="3" name="Footer Placeholder 3">
            <a:extLst>
              <a:ext uri="{FF2B5EF4-FFF2-40B4-BE49-F238E27FC236}">
                <a16:creationId xmlns:a16="http://schemas.microsoft.com/office/drawing/2014/main" id="{0B231F0A-146D-6517-CA0D-B85297C800FA}"/>
              </a:ext>
            </a:extLst>
          </p:cNvPr>
          <p:cNvSpPr txBox="1">
            <a:spLocks/>
          </p:cNvSpPr>
          <p:nvPr/>
        </p:nvSpPr>
        <p:spPr>
          <a:xfrm>
            <a:off x="484631" y="6217920"/>
            <a:ext cx="4517675"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a:effectLst/>
                <a:latin typeface="Roboto" panose="02000000000000000000" pitchFamily="2" charset="0"/>
                <a:ea typeface="Roboto" panose="02000000000000000000" pitchFamily="2" charset="0"/>
              </a:rPr>
              <a:t>XÂY DỰNG WEBSITE THƯƠNG MẠI ĐIỆN TỬ GIÀY THỜI TRANG NODE.JS</a:t>
            </a:r>
            <a:br>
              <a:rPr lang="vi-VN" sz="1000">
                <a:effectLst/>
                <a:latin typeface="Roboto" panose="02000000000000000000" pitchFamily="2" charset="0"/>
                <a:ea typeface="Roboto" panose="02000000000000000000" pitchFamily="2" charset="0"/>
              </a:rPr>
            </a:br>
            <a:endParaRPr lang="vi-VN" sz="1000"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7060139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405E9-00BF-47E2-9B83-D30F2A78CE49}"/>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DDD8C0E-8815-F60E-BA90-36FA511F6194}"/>
              </a:ext>
            </a:extLst>
          </p:cNvPr>
          <p:cNvSpPr>
            <a:spLocks noGrp="1"/>
          </p:cNvSpPr>
          <p:nvPr>
            <p:ph type="sldNum" sz="quarter" idx="12"/>
          </p:nvPr>
        </p:nvSpPr>
        <p:spPr/>
        <p:txBody>
          <a:bodyPr/>
          <a:lstStyle/>
          <a:p>
            <a:fld id="{D5F9BE7B-8C6A-4521-AC0D-F4FAD6600991}" type="slidenum">
              <a:rPr lang="en-US" smtClean="0"/>
              <a:t>11</a:t>
            </a:fld>
            <a:endParaRPr lang="en-US"/>
          </a:p>
        </p:txBody>
      </p:sp>
      <p:pic>
        <p:nvPicPr>
          <p:cNvPr id="1026" name="Picture 2">
            <a:extLst>
              <a:ext uri="{FF2B5EF4-FFF2-40B4-BE49-F238E27FC236}">
                <a16:creationId xmlns:a16="http://schemas.microsoft.com/office/drawing/2014/main" id="{ACCBAC47-3D9F-E380-C595-F0751A5EF9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960" y="115675"/>
            <a:ext cx="11772431" cy="6706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10535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ADB4B-67B9-195E-3A72-99D9F0CEC383}"/>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836516E-8AA3-2400-CCAF-8631E09FAC69}"/>
              </a:ext>
            </a:extLst>
          </p:cNvPr>
          <p:cNvSpPr>
            <a:spLocks noGrp="1"/>
          </p:cNvSpPr>
          <p:nvPr>
            <p:ph type="sldNum" sz="quarter" idx="12"/>
          </p:nvPr>
        </p:nvSpPr>
        <p:spPr/>
        <p:txBody>
          <a:bodyPr/>
          <a:lstStyle/>
          <a:p>
            <a:fld id="{D5F9BE7B-8C6A-4521-AC0D-F4FAD6600991}" type="slidenum">
              <a:rPr lang="en-US" smtClean="0"/>
              <a:t>12</a:t>
            </a:fld>
            <a:endParaRPr lang="en-US"/>
          </a:p>
        </p:txBody>
      </p:sp>
      <p:sp>
        <p:nvSpPr>
          <p:cNvPr id="7" name="TextBox 6">
            <a:extLst>
              <a:ext uri="{FF2B5EF4-FFF2-40B4-BE49-F238E27FC236}">
                <a16:creationId xmlns:a16="http://schemas.microsoft.com/office/drawing/2014/main" id="{5B4061A7-A0B9-012A-3F5B-0561034CCA9B}"/>
              </a:ext>
            </a:extLst>
          </p:cNvPr>
          <p:cNvSpPr txBox="1"/>
          <p:nvPr/>
        </p:nvSpPr>
        <p:spPr>
          <a:xfrm>
            <a:off x="583511" y="943615"/>
            <a:ext cx="3638866" cy="458074"/>
          </a:xfrm>
          <a:prstGeom prst="rect">
            <a:avLst/>
          </a:prstGeom>
          <a:noFill/>
        </p:spPr>
        <p:txBody>
          <a:bodyPr wrap="square">
            <a:spAutoFit/>
          </a:bodyPr>
          <a:lstStyle/>
          <a:p>
            <a:pPr>
              <a:lnSpc>
                <a:spcPct val="150000"/>
              </a:lnSpc>
            </a:pPr>
            <a:r>
              <a:rPr lang="en-US" sz="1800">
                <a:effectLst/>
                <a:latin typeface="Roboto" panose="02000000000000000000" pitchFamily="2" charset="0"/>
                <a:ea typeface="Roboto" panose="02000000000000000000" pitchFamily="2" charset="0"/>
              </a:rPr>
              <a:t>2.2 Mô hình</a:t>
            </a:r>
            <a:r>
              <a:rPr lang="en-US">
                <a:latin typeface="Roboto" panose="02000000000000000000" pitchFamily="2" charset="0"/>
                <a:ea typeface="Roboto" panose="02000000000000000000" pitchFamily="2" charset="0"/>
              </a:rPr>
              <a:t> vật lý</a:t>
            </a:r>
            <a:endParaRPr lang="en-US" sz="1800">
              <a:effectLst/>
              <a:latin typeface="Roboto" panose="02000000000000000000" pitchFamily="2" charset="0"/>
              <a:ea typeface="Roboto" panose="02000000000000000000" pitchFamily="2" charset="0"/>
            </a:endParaRPr>
          </a:p>
        </p:txBody>
      </p:sp>
      <p:sp>
        <p:nvSpPr>
          <p:cNvPr id="8" name="Title 4">
            <a:extLst>
              <a:ext uri="{FF2B5EF4-FFF2-40B4-BE49-F238E27FC236}">
                <a16:creationId xmlns:a16="http://schemas.microsoft.com/office/drawing/2014/main" id="{6D801FD2-5377-AA2E-58D3-6DF272521C24}"/>
              </a:ext>
            </a:extLst>
          </p:cNvPr>
          <p:cNvSpPr txBox="1">
            <a:spLocks/>
          </p:cNvSpPr>
          <p:nvPr/>
        </p:nvSpPr>
        <p:spPr>
          <a:xfrm>
            <a:off x="239329" y="300529"/>
            <a:ext cx="6410851" cy="64308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b="1" kern="1200">
                <a:solidFill>
                  <a:schemeClr val="accent6"/>
                </a:solidFill>
                <a:latin typeface="+mj-lt"/>
                <a:ea typeface="+mj-ea"/>
                <a:cs typeface="+mj-cs"/>
              </a:defRPr>
            </a:lvl1pPr>
          </a:lstStyle>
          <a:p>
            <a:r>
              <a:rPr lang="en-US" sz="3200">
                <a:latin typeface="Posterama Text Black (Headings)"/>
              </a:rPr>
              <a:t>2. PHÂN TÍCH THIẾT KẾ HỆ THỐNG</a:t>
            </a:r>
            <a:endParaRPr lang="en-US" sz="3000" dirty="0"/>
          </a:p>
        </p:txBody>
      </p:sp>
      <p:sp>
        <p:nvSpPr>
          <p:cNvPr id="3" name="Footer Placeholder 3">
            <a:extLst>
              <a:ext uri="{FF2B5EF4-FFF2-40B4-BE49-F238E27FC236}">
                <a16:creationId xmlns:a16="http://schemas.microsoft.com/office/drawing/2014/main" id="{5F99BB90-179C-A652-5B75-46D67808425C}"/>
              </a:ext>
            </a:extLst>
          </p:cNvPr>
          <p:cNvSpPr txBox="1">
            <a:spLocks/>
          </p:cNvSpPr>
          <p:nvPr/>
        </p:nvSpPr>
        <p:spPr>
          <a:xfrm>
            <a:off x="484631" y="6217920"/>
            <a:ext cx="4517675"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a:effectLst/>
                <a:latin typeface="Roboto" panose="02000000000000000000" pitchFamily="2" charset="0"/>
                <a:ea typeface="Roboto" panose="02000000000000000000" pitchFamily="2" charset="0"/>
              </a:rPr>
              <a:t>XÂY DỰNG WEBSITE THƯƠNG MẠI ĐIỆN TỬ GIÀY THỜI TRANG NODE.JS</a:t>
            </a:r>
            <a:br>
              <a:rPr lang="vi-VN" sz="1000">
                <a:effectLst/>
                <a:latin typeface="Roboto" panose="02000000000000000000" pitchFamily="2" charset="0"/>
                <a:ea typeface="Roboto" panose="02000000000000000000" pitchFamily="2" charset="0"/>
              </a:rPr>
            </a:br>
            <a:endParaRPr lang="vi-VN" sz="1000"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7881081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25CE3-B2ED-FB1A-D0BC-D9E3DCC44D85}"/>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AC1E20C-EB60-DA8A-85E4-0A33B97A5105}"/>
              </a:ext>
            </a:extLst>
          </p:cNvPr>
          <p:cNvSpPr>
            <a:spLocks noGrp="1"/>
          </p:cNvSpPr>
          <p:nvPr>
            <p:ph type="sldNum" sz="quarter" idx="12"/>
          </p:nvPr>
        </p:nvSpPr>
        <p:spPr/>
        <p:txBody>
          <a:bodyPr/>
          <a:lstStyle/>
          <a:p>
            <a:fld id="{D5F9BE7B-8C6A-4521-AC0D-F4FAD6600991}" type="slidenum">
              <a:rPr lang="en-US" smtClean="0"/>
              <a:t>13</a:t>
            </a:fld>
            <a:endParaRPr lang="en-US"/>
          </a:p>
        </p:txBody>
      </p:sp>
      <p:pic>
        <p:nvPicPr>
          <p:cNvPr id="2050" name="Picture 2">
            <a:extLst>
              <a:ext uri="{FF2B5EF4-FFF2-40B4-BE49-F238E27FC236}">
                <a16:creationId xmlns:a16="http://schemas.microsoft.com/office/drawing/2014/main" id="{F525619C-B103-A736-D3B0-1CF7AC81AF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358742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61671-C57D-7AFE-B96D-F8766E3E66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D761604-8FC3-573E-EC3E-765D158D248F}"/>
              </a:ext>
            </a:extLst>
          </p:cNvPr>
          <p:cNvSpPr>
            <a:spLocks noGrp="1"/>
          </p:cNvSpPr>
          <p:nvPr>
            <p:ph type="title"/>
          </p:nvPr>
        </p:nvSpPr>
        <p:spPr>
          <a:xfrm>
            <a:off x="6095999" y="2321859"/>
            <a:ext cx="5620872" cy="877486"/>
          </a:xfrm>
        </p:spPr>
        <p:txBody>
          <a:bodyPr/>
          <a:lstStyle/>
          <a:p>
            <a:r>
              <a:rPr lang="en-US" sz="3500">
                <a:latin typeface="Posterama Text Black (Headings)"/>
              </a:rPr>
              <a:t>3. XÂY DỰNG WEBSITE GIÀY</a:t>
            </a:r>
            <a:endParaRPr lang="en-US" sz="3500" dirty="0">
              <a:latin typeface="Posterama Text Black (Headings)"/>
            </a:endParaRPr>
          </a:p>
        </p:txBody>
      </p:sp>
      <p:sp>
        <p:nvSpPr>
          <p:cNvPr id="5" name="Slide Number Placeholder 4">
            <a:extLst>
              <a:ext uri="{FF2B5EF4-FFF2-40B4-BE49-F238E27FC236}">
                <a16:creationId xmlns:a16="http://schemas.microsoft.com/office/drawing/2014/main" id="{E8F38F8D-5438-F5B7-1F5A-A1D6958A039B}"/>
              </a:ext>
            </a:extLst>
          </p:cNvPr>
          <p:cNvSpPr>
            <a:spLocks noGrp="1"/>
          </p:cNvSpPr>
          <p:nvPr>
            <p:ph type="sldNum" sz="quarter" idx="31"/>
          </p:nvPr>
        </p:nvSpPr>
        <p:spPr/>
        <p:txBody>
          <a:bodyPr/>
          <a:lstStyle/>
          <a:p>
            <a:fld id="{47FEACEE-25B4-4A2D-B147-27296E36371D}" type="slidenum">
              <a:rPr lang="en-US" altLang="zh-CN" noProof="0" smtClean="0"/>
              <a:pPr/>
              <a:t>14</a:t>
            </a:fld>
            <a:endParaRPr lang="en-US" altLang="zh-CN" noProof="0" dirty="0"/>
          </a:p>
        </p:txBody>
      </p:sp>
      <p:sp>
        <p:nvSpPr>
          <p:cNvPr id="2" name="Footer Placeholder 3">
            <a:extLst>
              <a:ext uri="{FF2B5EF4-FFF2-40B4-BE49-F238E27FC236}">
                <a16:creationId xmlns:a16="http://schemas.microsoft.com/office/drawing/2014/main" id="{F2FAA14B-6CEC-32AE-9FB9-3FB3DC9FABE1}"/>
              </a:ext>
            </a:extLst>
          </p:cNvPr>
          <p:cNvSpPr txBox="1">
            <a:spLocks/>
          </p:cNvSpPr>
          <p:nvPr/>
        </p:nvSpPr>
        <p:spPr>
          <a:xfrm>
            <a:off x="484631" y="6217920"/>
            <a:ext cx="4517675"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a:effectLst/>
                <a:latin typeface="Roboto" panose="02000000000000000000" pitchFamily="2" charset="0"/>
                <a:ea typeface="Roboto" panose="02000000000000000000" pitchFamily="2" charset="0"/>
              </a:rPr>
              <a:t>XÂY DỰNG WEBSITE THƯƠNG MẠI ĐIỆN TỬ GIÀY THỜI TRANG NODE.JS</a:t>
            </a:r>
            <a:br>
              <a:rPr lang="vi-VN" sz="1000">
                <a:effectLst/>
                <a:latin typeface="Roboto" panose="02000000000000000000" pitchFamily="2" charset="0"/>
                <a:ea typeface="Roboto" panose="02000000000000000000" pitchFamily="2" charset="0"/>
              </a:rPr>
            </a:br>
            <a:endParaRPr lang="vi-VN" sz="1000"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8627930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C749D09-58E0-89C9-A7B7-7086D4A0DBBB}"/>
              </a:ext>
            </a:extLst>
          </p:cNvPr>
          <p:cNvSpPr>
            <a:spLocks noGrp="1"/>
          </p:cNvSpPr>
          <p:nvPr>
            <p:ph type="sldNum" sz="quarter" idx="29"/>
          </p:nvPr>
        </p:nvSpPr>
        <p:spPr/>
        <p:txBody>
          <a:bodyPr/>
          <a:lstStyle/>
          <a:p>
            <a:fld id="{47FEACEE-25B4-4A2D-B147-27296E36371D}" type="slidenum">
              <a:rPr lang="en-US" altLang="zh-CN" smtClean="0"/>
              <a:pPr/>
              <a:t>15</a:t>
            </a:fld>
            <a:endParaRPr lang="en-US" altLang="zh-CN" dirty="0"/>
          </a:p>
        </p:txBody>
      </p:sp>
      <p:sp>
        <p:nvSpPr>
          <p:cNvPr id="6" name="Title 5">
            <a:extLst>
              <a:ext uri="{FF2B5EF4-FFF2-40B4-BE49-F238E27FC236}">
                <a16:creationId xmlns:a16="http://schemas.microsoft.com/office/drawing/2014/main" id="{15CE0AB4-58CA-7B02-63D4-D845F2DE3E01}"/>
              </a:ext>
            </a:extLst>
          </p:cNvPr>
          <p:cNvSpPr>
            <a:spLocks noGrp="1"/>
          </p:cNvSpPr>
          <p:nvPr>
            <p:ph type="title"/>
          </p:nvPr>
        </p:nvSpPr>
        <p:spPr>
          <a:xfrm>
            <a:off x="403950" y="210830"/>
            <a:ext cx="4966448" cy="694605"/>
          </a:xfrm>
        </p:spPr>
        <p:txBody>
          <a:bodyPr/>
          <a:lstStyle/>
          <a:p>
            <a:r>
              <a:rPr lang="en-US" sz="2000">
                <a:latin typeface="Posterama Text Black (Headings)"/>
              </a:rPr>
              <a:t>3. XÂY DỰNG WEBSITE GIÀY</a:t>
            </a:r>
            <a:endParaRPr lang="en-US" sz="2000" dirty="0">
              <a:latin typeface="Posterama Text Black (Headings)"/>
            </a:endParaRPr>
          </a:p>
        </p:txBody>
      </p:sp>
      <p:sp>
        <p:nvSpPr>
          <p:cNvPr id="9" name="TextBox 8">
            <a:extLst>
              <a:ext uri="{FF2B5EF4-FFF2-40B4-BE49-F238E27FC236}">
                <a16:creationId xmlns:a16="http://schemas.microsoft.com/office/drawing/2014/main" id="{F8D6A347-ABDC-00C7-D17F-FAD9F5B6F3A5}"/>
              </a:ext>
            </a:extLst>
          </p:cNvPr>
          <p:cNvSpPr txBox="1"/>
          <p:nvPr/>
        </p:nvSpPr>
        <p:spPr>
          <a:xfrm>
            <a:off x="484632" y="809883"/>
            <a:ext cx="10454170" cy="1159292"/>
          </a:xfrm>
          <a:prstGeom prst="rect">
            <a:avLst/>
          </a:prstGeom>
          <a:noFill/>
        </p:spPr>
        <p:txBody>
          <a:bodyPr wrap="square">
            <a:spAutoFit/>
          </a:bodyPr>
          <a:lstStyle/>
          <a:p>
            <a:pPr lvl="1" algn="just">
              <a:lnSpc>
                <a:spcPct val="150000"/>
              </a:lnSpc>
            </a:pPr>
            <a:r>
              <a:rPr lang="en-US" sz="1600" b="1">
                <a:effectLst/>
                <a:latin typeface="Roboto" panose="02000000000000000000" pitchFamily="2" charset="0"/>
                <a:ea typeface="Roboto" panose="02000000000000000000" pitchFamily="2" charset="0"/>
              </a:rPr>
              <a:t>3.1 Giao diện đăng nhập, đăng ký</a:t>
            </a:r>
            <a:endParaRPr lang="en-US" sz="1600">
              <a:effectLst/>
              <a:latin typeface="Roboto" panose="02000000000000000000" pitchFamily="2" charset="0"/>
              <a:ea typeface="Roboto" panose="02000000000000000000" pitchFamily="2" charset="0"/>
            </a:endParaRPr>
          </a:p>
          <a:p>
            <a:pPr indent="457200" algn="just">
              <a:lnSpc>
                <a:spcPct val="150000"/>
              </a:lnSpc>
            </a:pPr>
            <a:r>
              <a:rPr lang="en-US" sz="1600">
                <a:effectLst/>
                <a:latin typeface="Roboto" panose="02000000000000000000" pitchFamily="2" charset="0"/>
                <a:ea typeface="Roboto" panose="02000000000000000000" pitchFamily="2" charset="0"/>
              </a:rPr>
              <a:t>Đây là trang đăng nhập cho người dùng, có hai chức năng chính là đăng nhập và đăng ký, khi đăng nhập cần phải nhập email và mật khẩu để tiến hành vào hệ thống</a:t>
            </a:r>
          </a:p>
        </p:txBody>
      </p:sp>
      <p:sp>
        <p:nvSpPr>
          <p:cNvPr id="2" name="Footer Placeholder 3">
            <a:extLst>
              <a:ext uri="{FF2B5EF4-FFF2-40B4-BE49-F238E27FC236}">
                <a16:creationId xmlns:a16="http://schemas.microsoft.com/office/drawing/2014/main" id="{B234B71B-5632-E8E6-6452-F33E93E9EC81}"/>
              </a:ext>
            </a:extLst>
          </p:cNvPr>
          <p:cNvSpPr txBox="1">
            <a:spLocks/>
          </p:cNvSpPr>
          <p:nvPr/>
        </p:nvSpPr>
        <p:spPr>
          <a:xfrm>
            <a:off x="484631" y="6217920"/>
            <a:ext cx="4517675"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a:effectLst/>
                <a:latin typeface="Roboto" panose="02000000000000000000" pitchFamily="2" charset="0"/>
                <a:ea typeface="Roboto" panose="02000000000000000000" pitchFamily="2" charset="0"/>
              </a:rPr>
              <a:t>XÂY DỰNG WEBSITE THƯƠNG MẠI ĐIỆN TỬ GIÀY THỜI TRANG NODE.JS</a:t>
            </a:r>
            <a:br>
              <a:rPr lang="vi-VN" sz="1000">
                <a:effectLst/>
                <a:latin typeface="Roboto" panose="02000000000000000000" pitchFamily="2" charset="0"/>
                <a:ea typeface="Roboto" panose="02000000000000000000" pitchFamily="2" charset="0"/>
              </a:rPr>
            </a:br>
            <a:endParaRPr lang="vi-VN" sz="1000" dirty="0">
              <a:latin typeface="Roboto" panose="02000000000000000000" pitchFamily="2" charset="0"/>
              <a:ea typeface="Roboto" panose="02000000000000000000" pitchFamily="2" charset="0"/>
            </a:endParaRPr>
          </a:p>
        </p:txBody>
      </p:sp>
      <p:pic>
        <p:nvPicPr>
          <p:cNvPr id="3074" name="Picture 2">
            <a:extLst>
              <a:ext uri="{FF2B5EF4-FFF2-40B4-BE49-F238E27FC236}">
                <a16:creationId xmlns:a16="http://schemas.microsoft.com/office/drawing/2014/main" id="{B151AD6A-1DBF-45D5-A396-DABE621DDA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3644" y="2169440"/>
            <a:ext cx="6931198" cy="3352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485829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86565-376C-8402-F8AF-C58258774126}"/>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56FD35F-A864-C8EF-F6CB-75BCF31022FA}"/>
              </a:ext>
            </a:extLst>
          </p:cNvPr>
          <p:cNvSpPr>
            <a:spLocks noGrp="1"/>
          </p:cNvSpPr>
          <p:nvPr>
            <p:ph type="sldNum" sz="quarter" idx="29"/>
          </p:nvPr>
        </p:nvSpPr>
        <p:spPr/>
        <p:txBody>
          <a:bodyPr/>
          <a:lstStyle/>
          <a:p>
            <a:fld id="{47FEACEE-25B4-4A2D-B147-27296E36371D}" type="slidenum">
              <a:rPr lang="en-US" altLang="zh-CN" smtClean="0"/>
              <a:pPr/>
              <a:t>16</a:t>
            </a:fld>
            <a:endParaRPr lang="en-US" altLang="zh-CN" dirty="0"/>
          </a:p>
        </p:txBody>
      </p:sp>
      <p:sp>
        <p:nvSpPr>
          <p:cNvPr id="6" name="Title 5">
            <a:extLst>
              <a:ext uri="{FF2B5EF4-FFF2-40B4-BE49-F238E27FC236}">
                <a16:creationId xmlns:a16="http://schemas.microsoft.com/office/drawing/2014/main" id="{D2004617-AFA9-BAAB-F9C9-79945C595FB8}"/>
              </a:ext>
            </a:extLst>
          </p:cNvPr>
          <p:cNvSpPr>
            <a:spLocks noGrp="1"/>
          </p:cNvSpPr>
          <p:nvPr>
            <p:ph type="title"/>
          </p:nvPr>
        </p:nvSpPr>
        <p:spPr>
          <a:xfrm>
            <a:off x="403950" y="210830"/>
            <a:ext cx="4966448" cy="694605"/>
          </a:xfrm>
        </p:spPr>
        <p:txBody>
          <a:bodyPr/>
          <a:lstStyle/>
          <a:p>
            <a:r>
              <a:rPr lang="en-US" sz="2000">
                <a:latin typeface="Posterama Text Black (Headings)"/>
              </a:rPr>
              <a:t>3. XÂY DỰNG WEBSITE GIÀY</a:t>
            </a:r>
            <a:endParaRPr lang="en-US" sz="2000" dirty="0">
              <a:latin typeface="Posterama Text Black (Headings)"/>
            </a:endParaRPr>
          </a:p>
        </p:txBody>
      </p:sp>
      <p:sp>
        <p:nvSpPr>
          <p:cNvPr id="9" name="TextBox 8">
            <a:extLst>
              <a:ext uri="{FF2B5EF4-FFF2-40B4-BE49-F238E27FC236}">
                <a16:creationId xmlns:a16="http://schemas.microsoft.com/office/drawing/2014/main" id="{BD14699E-BF8C-3AD4-2CA4-94EF14EEBB9A}"/>
              </a:ext>
            </a:extLst>
          </p:cNvPr>
          <p:cNvSpPr txBox="1"/>
          <p:nvPr/>
        </p:nvSpPr>
        <p:spPr>
          <a:xfrm>
            <a:off x="484632" y="963291"/>
            <a:ext cx="10454170" cy="420628"/>
          </a:xfrm>
          <a:prstGeom prst="rect">
            <a:avLst/>
          </a:prstGeom>
          <a:noFill/>
        </p:spPr>
        <p:txBody>
          <a:bodyPr wrap="square">
            <a:spAutoFit/>
          </a:bodyPr>
          <a:lstStyle/>
          <a:p>
            <a:pPr lvl="1" algn="just">
              <a:lnSpc>
                <a:spcPct val="150000"/>
              </a:lnSpc>
            </a:pPr>
            <a:r>
              <a:rPr lang="en-US" sz="1600" b="1">
                <a:effectLst/>
                <a:latin typeface="Roboto" panose="02000000000000000000" pitchFamily="2" charset="0"/>
                <a:ea typeface="Roboto" panose="02000000000000000000" pitchFamily="2" charset="0"/>
              </a:rPr>
              <a:t>3.2 Giao diện đăng ký</a:t>
            </a:r>
            <a:endParaRPr lang="en-US" sz="1600">
              <a:effectLst/>
              <a:latin typeface="Roboto" panose="02000000000000000000" pitchFamily="2" charset="0"/>
              <a:ea typeface="Roboto" panose="02000000000000000000" pitchFamily="2" charset="0"/>
            </a:endParaRPr>
          </a:p>
        </p:txBody>
      </p:sp>
      <p:sp>
        <p:nvSpPr>
          <p:cNvPr id="3" name="Footer Placeholder 3">
            <a:extLst>
              <a:ext uri="{FF2B5EF4-FFF2-40B4-BE49-F238E27FC236}">
                <a16:creationId xmlns:a16="http://schemas.microsoft.com/office/drawing/2014/main" id="{FA6CC4CE-4B98-14B4-A78B-25FDA6A6CB63}"/>
              </a:ext>
            </a:extLst>
          </p:cNvPr>
          <p:cNvSpPr txBox="1">
            <a:spLocks/>
          </p:cNvSpPr>
          <p:nvPr/>
        </p:nvSpPr>
        <p:spPr>
          <a:xfrm>
            <a:off x="484631" y="6217920"/>
            <a:ext cx="4517675"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a:effectLst/>
                <a:latin typeface="Roboto" panose="02000000000000000000" pitchFamily="2" charset="0"/>
                <a:ea typeface="Roboto" panose="02000000000000000000" pitchFamily="2" charset="0"/>
              </a:rPr>
              <a:t>XÂY DỰNG WEBSITE THƯƠNG MẠI ĐIỆN TỬ GIÀY THỜI TRANG NODE.JS</a:t>
            </a:r>
            <a:br>
              <a:rPr lang="vi-VN" sz="1000">
                <a:effectLst/>
                <a:latin typeface="Roboto" panose="02000000000000000000" pitchFamily="2" charset="0"/>
                <a:ea typeface="Roboto" panose="02000000000000000000" pitchFamily="2" charset="0"/>
              </a:rPr>
            </a:br>
            <a:endParaRPr lang="vi-VN" sz="1000" dirty="0">
              <a:latin typeface="Roboto" panose="02000000000000000000" pitchFamily="2" charset="0"/>
              <a:ea typeface="Roboto" panose="02000000000000000000" pitchFamily="2" charset="0"/>
            </a:endParaRPr>
          </a:p>
        </p:txBody>
      </p:sp>
      <p:pic>
        <p:nvPicPr>
          <p:cNvPr id="4098" name="Picture 2">
            <a:extLst>
              <a:ext uri="{FF2B5EF4-FFF2-40B4-BE49-F238E27FC236}">
                <a16:creationId xmlns:a16="http://schemas.microsoft.com/office/drawing/2014/main" id="{44C1E48B-B428-E699-8358-C9C4DC4C52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1103" y="1616803"/>
            <a:ext cx="8277853" cy="3995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454097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A85AD-C548-D99B-C63A-1C16852F3632}"/>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AF1F42E-B967-4F01-DA96-11C877630FDA}"/>
              </a:ext>
            </a:extLst>
          </p:cNvPr>
          <p:cNvSpPr>
            <a:spLocks noGrp="1"/>
          </p:cNvSpPr>
          <p:nvPr>
            <p:ph type="sldNum" sz="quarter" idx="29"/>
          </p:nvPr>
        </p:nvSpPr>
        <p:spPr/>
        <p:txBody>
          <a:bodyPr/>
          <a:lstStyle/>
          <a:p>
            <a:fld id="{47FEACEE-25B4-4A2D-B147-27296E36371D}" type="slidenum">
              <a:rPr lang="en-US" altLang="zh-CN" smtClean="0"/>
              <a:pPr/>
              <a:t>17</a:t>
            </a:fld>
            <a:endParaRPr lang="en-US" altLang="zh-CN" dirty="0"/>
          </a:p>
        </p:txBody>
      </p:sp>
      <p:sp>
        <p:nvSpPr>
          <p:cNvPr id="6" name="Title 5">
            <a:extLst>
              <a:ext uri="{FF2B5EF4-FFF2-40B4-BE49-F238E27FC236}">
                <a16:creationId xmlns:a16="http://schemas.microsoft.com/office/drawing/2014/main" id="{63BEFE1A-AAF0-4BE8-AD41-893C5E1FB4ED}"/>
              </a:ext>
            </a:extLst>
          </p:cNvPr>
          <p:cNvSpPr>
            <a:spLocks noGrp="1"/>
          </p:cNvSpPr>
          <p:nvPr>
            <p:ph type="title"/>
          </p:nvPr>
        </p:nvSpPr>
        <p:spPr>
          <a:xfrm>
            <a:off x="403950" y="210830"/>
            <a:ext cx="4966448" cy="694605"/>
          </a:xfrm>
        </p:spPr>
        <p:txBody>
          <a:bodyPr/>
          <a:lstStyle/>
          <a:p>
            <a:r>
              <a:rPr lang="en-US" sz="2000">
                <a:latin typeface="Posterama Text Black (Headings)"/>
              </a:rPr>
              <a:t>3. XÂY DỰNG WEBSITE GIÀY</a:t>
            </a:r>
            <a:endParaRPr lang="en-US" sz="2000" dirty="0">
              <a:latin typeface="Posterama Text Black (Headings)"/>
            </a:endParaRPr>
          </a:p>
        </p:txBody>
      </p:sp>
      <p:sp>
        <p:nvSpPr>
          <p:cNvPr id="9" name="TextBox 8">
            <a:extLst>
              <a:ext uri="{FF2B5EF4-FFF2-40B4-BE49-F238E27FC236}">
                <a16:creationId xmlns:a16="http://schemas.microsoft.com/office/drawing/2014/main" id="{90CC04CB-8F9B-EB90-1AD2-6E3BF0BDFBA2}"/>
              </a:ext>
            </a:extLst>
          </p:cNvPr>
          <p:cNvSpPr txBox="1"/>
          <p:nvPr/>
        </p:nvSpPr>
        <p:spPr>
          <a:xfrm>
            <a:off x="675579" y="725589"/>
            <a:ext cx="9403439" cy="789960"/>
          </a:xfrm>
          <a:prstGeom prst="rect">
            <a:avLst/>
          </a:prstGeom>
          <a:noFill/>
        </p:spPr>
        <p:txBody>
          <a:bodyPr wrap="square">
            <a:spAutoFit/>
          </a:bodyPr>
          <a:lstStyle/>
          <a:p>
            <a:pPr lvl="1">
              <a:lnSpc>
                <a:spcPct val="150000"/>
              </a:lnSpc>
            </a:pPr>
            <a:r>
              <a:rPr lang="en-US" sz="1600" b="1">
                <a:effectLst/>
                <a:latin typeface="Roboto" panose="02000000000000000000" pitchFamily="2" charset="0"/>
                <a:ea typeface="Roboto" panose="02000000000000000000" pitchFamily="2" charset="0"/>
              </a:rPr>
              <a:t>3.3 Giao diện trang chủ</a:t>
            </a:r>
            <a:endParaRPr lang="en-US" sz="1600">
              <a:effectLst/>
              <a:latin typeface="Roboto" panose="02000000000000000000" pitchFamily="2" charset="0"/>
              <a:ea typeface="Roboto" panose="02000000000000000000" pitchFamily="2" charset="0"/>
            </a:endParaRPr>
          </a:p>
          <a:p>
            <a:pPr algn="just">
              <a:lnSpc>
                <a:spcPct val="150000"/>
              </a:lnSpc>
            </a:pPr>
            <a:r>
              <a:rPr lang="en-US" sz="1600">
                <a:effectLst/>
                <a:latin typeface="Roboto" panose="02000000000000000000" pitchFamily="2" charset="0"/>
                <a:ea typeface="Roboto" panose="02000000000000000000" pitchFamily="2" charset="0"/>
              </a:rPr>
              <a:t>Giao diện trang chủ của website sẽ gồm slide và danh sách sản phẩm.</a:t>
            </a:r>
          </a:p>
        </p:txBody>
      </p:sp>
      <p:sp>
        <p:nvSpPr>
          <p:cNvPr id="2" name="Footer Placeholder 3">
            <a:extLst>
              <a:ext uri="{FF2B5EF4-FFF2-40B4-BE49-F238E27FC236}">
                <a16:creationId xmlns:a16="http://schemas.microsoft.com/office/drawing/2014/main" id="{62B8BEFF-6B51-3CCD-012C-E8A9CD7CF54E}"/>
              </a:ext>
            </a:extLst>
          </p:cNvPr>
          <p:cNvSpPr txBox="1">
            <a:spLocks/>
          </p:cNvSpPr>
          <p:nvPr/>
        </p:nvSpPr>
        <p:spPr>
          <a:xfrm>
            <a:off x="484631" y="6217920"/>
            <a:ext cx="4517675"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a:effectLst/>
                <a:latin typeface="Roboto" panose="02000000000000000000" pitchFamily="2" charset="0"/>
                <a:ea typeface="Roboto" panose="02000000000000000000" pitchFamily="2" charset="0"/>
              </a:rPr>
              <a:t>XÂY DỰNG WEBSITE THƯƠNG MẠI ĐIỆN TỬ GIÀY THỜI TRANG NODE.JS</a:t>
            </a:r>
            <a:br>
              <a:rPr lang="vi-VN" sz="1000">
                <a:effectLst/>
                <a:latin typeface="Roboto" panose="02000000000000000000" pitchFamily="2" charset="0"/>
                <a:ea typeface="Roboto" panose="02000000000000000000" pitchFamily="2" charset="0"/>
              </a:rPr>
            </a:br>
            <a:endParaRPr lang="vi-VN" sz="1000" dirty="0">
              <a:latin typeface="Roboto" panose="02000000000000000000" pitchFamily="2" charset="0"/>
              <a:ea typeface="Roboto" panose="02000000000000000000" pitchFamily="2" charset="0"/>
            </a:endParaRPr>
          </a:p>
        </p:txBody>
      </p:sp>
      <p:pic>
        <p:nvPicPr>
          <p:cNvPr id="5122" name="Picture 2">
            <a:extLst>
              <a:ext uri="{FF2B5EF4-FFF2-40B4-BE49-F238E27FC236}">
                <a16:creationId xmlns:a16="http://schemas.microsoft.com/office/drawing/2014/main" id="{0E7E3160-D721-4B1E-126E-2B17A94EC4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0986" y="1515549"/>
            <a:ext cx="9550027" cy="4579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229554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63CCC-BC67-2ED3-8FCE-BDE79340A838}"/>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5DFF973-2834-8D93-211E-E9FF8BB9C579}"/>
              </a:ext>
            </a:extLst>
          </p:cNvPr>
          <p:cNvSpPr>
            <a:spLocks noGrp="1"/>
          </p:cNvSpPr>
          <p:nvPr>
            <p:ph type="sldNum" sz="quarter" idx="29"/>
          </p:nvPr>
        </p:nvSpPr>
        <p:spPr/>
        <p:txBody>
          <a:bodyPr/>
          <a:lstStyle/>
          <a:p>
            <a:fld id="{47FEACEE-25B4-4A2D-B147-27296E36371D}" type="slidenum">
              <a:rPr lang="en-US" altLang="zh-CN" smtClean="0"/>
              <a:pPr/>
              <a:t>18</a:t>
            </a:fld>
            <a:endParaRPr lang="en-US" altLang="zh-CN" dirty="0"/>
          </a:p>
        </p:txBody>
      </p:sp>
      <p:sp>
        <p:nvSpPr>
          <p:cNvPr id="6" name="Title 5">
            <a:extLst>
              <a:ext uri="{FF2B5EF4-FFF2-40B4-BE49-F238E27FC236}">
                <a16:creationId xmlns:a16="http://schemas.microsoft.com/office/drawing/2014/main" id="{A26C85D0-431E-B686-7480-68E040EA2563}"/>
              </a:ext>
            </a:extLst>
          </p:cNvPr>
          <p:cNvSpPr>
            <a:spLocks noGrp="1"/>
          </p:cNvSpPr>
          <p:nvPr>
            <p:ph type="title"/>
          </p:nvPr>
        </p:nvSpPr>
        <p:spPr>
          <a:xfrm>
            <a:off x="403950" y="210830"/>
            <a:ext cx="4966448" cy="694605"/>
          </a:xfrm>
        </p:spPr>
        <p:txBody>
          <a:bodyPr/>
          <a:lstStyle/>
          <a:p>
            <a:r>
              <a:rPr lang="en-US" sz="2000">
                <a:latin typeface="Posterama Text Black (Headings)"/>
              </a:rPr>
              <a:t>3. XÂY DỰNG WEBSITE GIÀY</a:t>
            </a:r>
            <a:endParaRPr lang="en-US" sz="2000" dirty="0">
              <a:latin typeface="Posterama Text Black (Headings)"/>
            </a:endParaRPr>
          </a:p>
        </p:txBody>
      </p:sp>
      <p:sp>
        <p:nvSpPr>
          <p:cNvPr id="9" name="TextBox 8">
            <a:extLst>
              <a:ext uri="{FF2B5EF4-FFF2-40B4-BE49-F238E27FC236}">
                <a16:creationId xmlns:a16="http://schemas.microsoft.com/office/drawing/2014/main" id="{80F7D2B3-3956-654B-B64C-ED291BADE6E9}"/>
              </a:ext>
            </a:extLst>
          </p:cNvPr>
          <p:cNvSpPr txBox="1"/>
          <p:nvPr/>
        </p:nvSpPr>
        <p:spPr>
          <a:xfrm>
            <a:off x="233083" y="725589"/>
            <a:ext cx="9845936" cy="1620957"/>
          </a:xfrm>
          <a:prstGeom prst="rect">
            <a:avLst/>
          </a:prstGeom>
          <a:noFill/>
        </p:spPr>
        <p:txBody>
          <a:bodyPr wrap="square">
            <a:spAutoFit/>
          </a:bodyPr>
          <a:lstStyle/>
          <a:p>
            <a:pPr lvl="1">
              <a:lnSpc>
                <a:spcPct val="150000"/>
              </a:lnSpc>
            </a:pPr>
            <a:r>
              <a:rPr lang="en-US" sz="1600" b="1">
                <a:effectLst/>
                <a:latin typeface="Roboto" panose="02000000000000000000" pitchFamily="2" charset="0"/>
                <a:ea typeface="Roboto" panose="02000000000000000000" pitchFamily="2" charset="0"/>
              </a:rPr>
              <a:t>3.4 Giao diện giỏ hàng</a:t>
            </a:r>
          </a:p>
          <a:p>
            <a:pPr lvl="1">
              <a:lnSpc>
                <a:spcPct val="150000"/>
              </a:lnSpc>
            </a:pPr>
            <a:r>
              <a:rPr lang="en-US" sz="1800">
                <a:effectLst/>
                <a:latin typeface="Times New Roman" panose="02020603050405020304" pitchFamily="18" charset="0"/>
                <a:ea typeface="Times New Roman" panose="02020603050405020304" pitchFamily="18" charset="0"/>
              </a:rPr>
              <a:t>Giao diện giỏ hàng bên trong có số lượng sản phẩm, giá tiền, tổng tiền cần phải thanh toán, nếu đã xác nhận mua thì chỉ cần bấm nút thanh toán.</a:t>
            </a:r>
          </a:p>
          <a:p>
            <a:pPr lvl="1" algn="just">
              <a:lnSpc>
                <a:spcPct val="150000"/>
              </a:lnSpc>
            </a:pPr>
            <a:endParaRPr lang="en-US" sz="1600">
              <a:effectLst/>
              <a:latin typeface="Roboto" panose="02000000000000000000" pitchFamily="2" charset="0"/>
              <a:ea typeface="Roboto" panose="02000000000000000000" pitchFamily="2" charset="0"/>
            </a:endParaRPr>
          </a:p>
        </p:txBody>
      </p:sp>
      <p:pic>
        <p:nvPicPr>
          <p:cNvPr id="4" name="Picture 3">
            <a:extLst>
              <a:ext uri="{FF2B5EF4-FFF2-40B4-BE49-F238E27FC236}">
                <a16:creationId xmlns:a16="http://schemas.microsoft.com/office/drawing/2014/main" id="{AC185287-6F43-1536-5044-D02D0290A56E}"/>
              </a:ext>
            </a:extLst>
          </p:cNvPr>
          <p:cNvPicPr>
            <a:picLocks noChangeAspect="1"/>
          </p:cNvPicPr>
          <p:nvPr/>
        </p:nvPicPr>
        <p:blipFill>
          <a:blip r:embed="rId2"/>
          <a:stretch>
            <a:fillRect/>
          </a:stretch>
        </p:blipFill>
        <p:spPr>
          <a:xfrm>
            <a:off x="1435685" y="1990908"/>
            <a:ext cx="8643334" cy="4141503"/>
          </a:xfrm>
          <a:prstGeom prst="rect">
            <a:avLst/>
          </a:prstGeom>
        </p:spPr>
      </p:pic>
      <p:sp>
        <p:nvSpPr>
          <p:cNvPr id="7" name="Footer Placeholder 3">
            <a:extLst>
              <a:ext uri="{FF2B5EF4-FFF2-40B4-BE49-F238E27FC236}">
                <a16:creationId xmlns:a16="http://schemas.microsoft.com/office/drawing/2014/main" id="{DB8BA2ED-9824-594F-8D5E-70D88C7D2F6E}"/>
              </a:ext>
            </a:extLst>
          </p:cNvPr>
          <p:cNvSpPr txBox="1">
            <a:spLocks/>
          </p:cNvSpPr>
          <p:nvPr/>
        </p:nvSpPr>
        <p:spPr>
          <a:xfrm>
            <a:off x="403950" y="6217920"/>
            <a:ext cx="4517675"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a:effectLst/>
                <a:latin typeface="Roboto" panose="02000000000000000000" pitchFamily="2" charset="0"/>
                <a:ea typeface="Roboto" panose="02000000000000000000" pitchFamily="2" charset="0"/>
              </a:rPr>
              <a:t>XÂY DỰNG WEBSITE THƯƠNG MẠI ĐIỆN TỬ GIÀY THỜI TRANG NODE.JS</a:t>
            </a:r>
            <a:br>
              <a:rPr lang="vi-VN" sz="1000">
                <a:effectLst/>
                <a:latin typeface="Roboto" panose="02000000000000000000" pitchFamily="2" charset="0"/>
                <a:ea typeface="Roboto" panose="02000000000000000000" pitchFamily="2" charset="0"/>
              </a:rPr>
            </a:br>
            <a:endParaRPr lang="vi-VN" sz="1000"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40911659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0DBF5-AEB8-8130-B590-97D090C33BE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42F9600-8522-4ED5-88CE-12237C630CDF}"/>
              </a:ext>
            </a:extLst>
          </p:cNvPr>
          <p:cNvSpPr>
            <a:spLocks noGrp="1"/>
          </p:cNvSpPr>
          <p:nvPr>
            <p:ph type="title"/>
          </p:nvPr>
        </p:nvSpPr>
        <p:spPr>
          <a:xfrm>
            <a:off x="6095999" y="1510439"/>
            <a:ext cx="5844989" cy="1688906"/>
          </a:xfrm>
        </p:spPr>
        <p:txBody>
          <a:bodyPr/>
          <a:lstStyle/>
          <a:p>
            <a:r>
              <a:rPr lang="en-US" sz="3500">
                <a:latin typeface="Posterama Text Black (Headings)"/>
              </a:rPr>
              <a:t>4. KẾT LUẬN VÀ PHÁT TRIỂN</a:t>
            </a:r>
            <a:endParaRPr lang="en-US" sz="3500" dirty="0">
              <a:latin typeface="Posterama Text Black (Headings)"/>
            </a:endParaRPr>
          </a:p>
        </p:txBody>
      </p:sp>
      <p:sp>
        <p:nvSpPr>
          <p:cNvPr id="11" name="Text Placeholder 10">
            <a:extLst>
              <a:ext uri="{FF2B5EF4-FFF2-40B4-BE49-F238E27FC236}">
                <a16:creationId xmlns:a16="http://schemas.microsoft.com/office/drawing/2014/main" id="{D0A81097-74C5-5174-C976-6886B7492C22}"/>
              </a:ext>
            </a:extLst>
          </p:cNvPr>
          <p:cNvSpPr>
            <a:spLocks noGrp="1"/>
          </p:cNvSpPr>
          <p:nvPr>
            <p:ph type="body" sz="quarter" idx="29"/>
          </p:nvPr>
        </p:nvSpPr>
        <p:spPr>
          <a:xfrm>
            <a:off x="6320116" y="3294529"/>
            <a:ext cx="5620872" cy="1637961"/>
          </a:xfrm>
        </p:spPr>
        <p:txBody>
          <a:bodyPr/>
          <a:lstStyle/>
          <a:p>
            <a:pPr lvl="0">
              <a:lnSpc>
                <a:spcPct val="150000"/>
              </a:lnSpc>
              <a:spcBef>
                <a:spcPts val="1200"/>
              </a:spcBef>
              <a:spcAft>
                <a:spcPts val="300"/>
              </a:spcAft>
            </a:pPr>
            <a:r>
              <a:rPr lang="en-US" sz="1800" b="1">
                <a:effectLst/>
                <a:latin typeface="Posterama Text Black (Headings)"/>
                <a:cs typeface="Arial" panose="020B0604020202020204" pitchFamily="34" charset="0"/>
              </a:rPr>
              <a:t>Kết quả đạt được, nhược điểm, hướng phát triển.</a:t>
            </a:r>
          </a:p>
        </p:txBody>
      </p:sp>
      <p:sp>
        <p:nvSpPr>
          <p:cNvPr id="5" name="Slide Number Placeholder 4">
            <a:extLst>
              <a:ext uri="{FF2B5EF4-FFF2-40B4-BE49-F238E27FC236}">
                <a16:creationId xmlns:a16="http://schemas.microsoft.com/office/drawing/2014/main" id="{4EFEFBC4-6010-CB6F-95AC-F1771A2DC5B5}"/>
              </a:ext>
            </a:extLst>
          </p:cNvPr>
          <p:cNvSpPr>
            <a:spLocks noGrp="1"/>
          </p:cNvSpPr>
          <p:nvPr>
            <p:ph type="sldNum" sz="quarter" idx="31"/>
          </p:nvPr>
        </p:nvSpPr>
        <p:spPr/>
        <p:txBody>
          <a:bodyPr/>
          <a:lstStyle/>
          <a:p>
            <a:fld id="{47FEACEE-25B4-4A2D-B147-27296E36371D}" type="slidenum">
              <a:rPr lang="en-US" altLang="zh-CN" noProof="0" smtClean="0"/>
              <a:pPr/>
              <a:t>19</a:t>
            </a:fld>
            <a:endParaRPr lang="en-US" altLang="zh-CN" noProof="0" dirty="0"/>
          </a:p>
        </p:txBody>
      </p:sp>
      <p:sp>
        <p:nvSpPr>
          <p:cNvPr id="2" name="Footer Placeholder 3">
            <a:extLst>
              <a:ext uri="{FF2B5EF4-FFF2-40B4-BE49-F238E27FC236}">
                <a16:creationId xmlns:a16="http://schemas.microsoft.com/office/drawing/2014/main" id="{1CE3FF50-1413-E16D-54FF-183B4B441149}"/>
              </a:ext>
            </a:extLst>
          </p:cNvPr>
          <p:cNvSpPr txBox="1">
            <a:spLocks/>
          </p:cNvSpPr>
          <p:nvPr/>
        </p:nvSpPr>
        <p:spPr>
          <a:xfrm>
            <a:off x="403950" y="6217920"/>
            <a:ext cx="4517675"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a:effectLst/>
                <a:latin typeface="Roboto" panose="02000000000000000000" pitchFamily="2" charset="0"/>
                <a:ea typeface="Roboto" panose="02000000000000000000" pitchFamily="2" charset="0"/>
              </a:rPr>
              <a:t>XÂY DỰNG WEBSITE THƯƠNG MẠI ĐIỆN TỬ GIÀY THỜI TRANG NODE.JS</a:t>
            </a:r>
            <a:br>
              <a:rPr lang="vi-VN" sz="1000">
                <a:effectLst/>
                <a:latin typeface="Roboto" panose="02000000000000000000" pitchFamily="2" charset="0"/>
                <a:ea typeface="Roboto" panose="02000000000000000000" pitchFamily="2" charset="0"/>
              </a:rPr>
            </a:br>
            <a:endParaRPr lang="vi-VN" sz="1000"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5826951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22D0C-9E73-2BA4-9259-B6BF9CF4E997}"/>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813E9E6-7248-2C7A-0844-556767879334}"/>
              </a:ext>
            </a:extLst>
          </p:cNvPr>
          <p:cNvSpPr>
            <a:spLocks noGrp="1"/>
          </p:cNvSpPr>
          <p:nvPr>
            <p:ph type="sldNum" sz="quarter" idx="29"/>
          </p:nvPr>
        </p:nvSpPr>
        <p:spPr/>
        <p:txBody>
          <a:bodyPr/>
          <a:lstStyle/>
          <a:p>
            <a:fld id="{47FEACEE-25B4-4A2D-B147-27296E36371D}" type="slidenum">
              <a:rPr lang="en-US" altLang="zh-CN" smtClean="0"/>
              <a:pPr/>
              <a:t>20</a:t>
            </a:fld>
            <a:endParaRPr lang="en-US" altLang="zh-CN" dirty="0"/>
          </a:p>
        </p:txBody>
      </p:sp>
      <p:sp>
        <p:nvSpPr>
          <p:cNvPr id="6" name="Title 5">
            <a:extLst>
              <a:ext uri="{FF2B5EF4-FFF2-40B4-BE49-F238E27FC236}">
                <a16:creationId xmlns:a16="http://schemas.microsoft.com/office/drawing/2014/main" id="{860AA379-73FD-77CE-B490-B4687810966F}"/>
              </a:ext>
            </a:extLst>
          </p:cNvPr>
          <p:cNvSpPr>
            <a:spLocks noGrp="1"/>
          </p:cNvSpPr>
          <p:nvPr>
            <p:ph type="title"/>
          </p:nvPr>
        </p:nvSpPr>
        <p:spPr>
          <a:xfrm>
            <a:off x="403950" y="210830"/>
            <a:ext cx="4966448" cy="694605"/>
          </a:xfrm>
        </p:spPr>
        <p:txBody>
          <a:bodyPr/>
          <a:lstStyle/>
          <a:p>
            <a:r>
              <a:rPr lang="en-US" sz="2000">
                <a:latin typeface="Posterama Text Black (Headings)"/>
              </a:rPr>
              <a:t>4. KẾT LUẬN VÀ PHÁT TRIỂN</a:t>
            </a:r>
            <a:endParaRPr lang="en-US" sz="2000" dirty="0">
              <a:latin typeface="Posterama Text Black (Headings)"/>
            </a:endParaRPr>
          </a:p>
        </p:txBody>
      </p:sp>
      <p:sp>
        <p:nvSpPr>
          <p:cNvPr id="9" name="TextBox 8">
            <a:extLst>
              <a:ext uri="{FF2B5EF4-FFF2-40B4-BE49-F238E27FC236}">
                <a16:creationId xmlns:a16="http://schemas.microsoft.com/office/drawing/2014/main" id="{3CE6766E-3E37-B480-CEF2-F8B0AB8C710A}"/>
              </a:ext>
            </a:extLst>
          </p:cNvPr>
          <p:cNvSpPr txBox="1"/>
          <p:nvPr/>
        </p:nvSpPr>
        <p:spPr>
          <a:xfrm>
            <a:off x="636494" y="818596"/>
            <a:ext cx="5459506" cy="789960"/>
          </a:xfrm>
          <a:prstGeom prst="rect">
            <a:avLst/>
          </a:prstGeom>
          <a:noFill/>
        </p:spPr>
        <p:txBody>
          <a:bodyPr wrap="square">
            <a:spAutoFit/>
          </a:bodyPr>
          <a:lstStyle/>
          <a:p>
            <a:pPr>
              <a:lnSpc>
                <a:spcPct val="150000"/>
              </a:lnSpc>
            </a:pPr>
            <a:r>
              <a:rPr lang="vi-VN" sz="1600" b="1">
                <a:latin typeface="Roboto" panose="02000000000000000000" pitchFamily="2" charset="0"/>
                <a:ea typeface="Roboto" panose="02000000000000000000" pitchFamily="2" charset="0"/>
              </a:rPr>
              <a:t>4.1. Kết quả đạt được</a:t>
            </a:r>
            <a:endParaRPr lang="en-US" sz="1600" b="1">
              <a:latin typeface="Roboto" panose="02000000000000000000" pitchFamily="2" charset="0"/>
              <a:ea typeface="Roboto" panose="02000000000000000000" pitchFamily="2" charset="0"/>
            </a:endParaRPr>
          </a:p>
          <a:p>
            <a:pPr>
              <a:lnSpc>
                <a:spcPct val="150000"/>
              </a:lnSpc>
            </a:pPr>
            <a:endParaRPr lang="vi-VN" sz="1600" b="1">
              <a:latin typeface="Roboto" panose="02000000000000000000" pitchFamily="2" charset="0"/>
              <a:ea typeface="Roboto" panose="02000000000000000000" pitchFamily="2" charset="0"/>
            </a:endParaRPr>
          </a:p>
        </p:txBody>
      </p:sp>
      <p:pic>
        <p:nvPicPr>
          <p:cNvPr id="7" name="Picture 6">
            <a:extLst>
              <a:ext uri="{FF2B5EF4-FFF2-40B4-BE49-F238E27FC236}">
                <a16:creationId xmlns:a16="http://schemas.microsoft.com/office/drawing/2014/main" id="{AD92EA5F-D31D-04EC-FD6B-6D3F9074BCC0}"/>
              </a:ext>
            </a:extLst>
          </p:cNvPr>
          <p:cNvPicPr>
            <a:picLocks noChangeAspect="1"/>
          </p:cNvPicPr>
          <p:nvPr/>
        </p:nvPicPr>
        <p:blipFill>
          <a:blip r:embed="rId2"/>
          <a:stretch>
            <a:fillRect/>
          </a:stretch>
        </p:blipFill>
        <p:spPr>
          <a:xfrm>
            <a:off x="7422849" y="2995966"/>
            <a:ext cx="2079740" cy="2079740"/>
          </a:xfrm>
          <a:prstGeom prst="rect">
            <a:avLst/>
          </a:prstGeom>
        </p:spPr>
      </p:pic>
      <p:pic>
        <p:nvPicPr>
          <p:cNvPr id="8" name="Picture Placeholder 7">
            <a:extLst>
              <a:ext uri="{FF2B5EF4-FFF2-40B4-BE49-F238E27FC236}">
                <a16:creationId xmlns:a16="http://schemas.microsoft.com/office/drawing/2014/main" id="{E7F69D36-1583-767E-FCAD-79F29B682683}"/>
              </a:ext>
            </a:extLst>
          </p:cNvPr>
          <p:cNvPicPr>
            <a:picLocks noChangeAspect="1"/>
          </p:cNvPicPr>
          <p:nvPr/>
        </p:nvPicPr>
        <p:blipFill>
          <a:blip r:embed="rId3"/>
          <a:srcRect t="6864" b="6864"/>
          <a:stretch>
            <a:fillRect/>
          </a:stretch>
        </p:blipFill>
        <p:spPr>
          <a:xfrm>
            <a:off x="8261562" y="679599"/>
            <a:ext cx="1800808" cy="207093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4" name="Rectangle 3">
            <a:extLst>
              <a:ext uri="{FF2B5EF4-FFF2-40B4-BE49-F238E27FC236}">
                <a16:creationId xmlns:a16="http://schemas.microsoft.com/office/drawing/2014/main" id="{8BAB827E-976D-39AD-4C03-FFAAFF9E8760}"/>
              </a:ext>
            </a:extLst>
          </p:cNvPr>
          <p:cNvSpPr>
            <a:spLocks noChangeArrowheads="1"/>
          </p:cNvSpPr>
          <p:nvPr/>
        </p:nvSpPr>
        <p:spPr bwMode="auto">
          <a:xfrm>
            <a:off x="730826" y="1320038"/>
            <a:ext cx="6544241" cy="4483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kumimoji="0" lang="en-US" alt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Website hoàn chỉnh:</a:t>
            </a:r>
            <a:r>
              <a:rPr kumimoji="0" lang="en-US" altLang="en-US" sz="1600" b="0" i="0" u="none" strike="noStrike" cap="none" normalizeH="0" baseline="0">
                <a:ln>
                  <a:noFill/>
                </a:ln>
                <a:solidFill>
                  <a:schemeClr val="tx1"/>
                </a:solidFill>
                <a:effectLst/>
                <a:latin typeface="Roboto" panose="02000000000000000000" pitchFamily="2" charset="0"/>
                <a:ea typeface="Roboto" panose="02000000000000000000" pitchFamily="2" charset="0"/>
              </a:rPr>
              <a:t> Xây dựng thành công website bán giày với giao diện hiện đại, thân thiện, hỗ trợ tốt trên cả desktop và mobile.</a:t>
            </a:r>
          </a:p>
          <a:p>
            <a:pPr marR="0" lvl="0" algn="l" defTabSz="914400" rtl="0" eaLnBrk="0" fontAlgn="base" latinLnBrk="0" hangingPunct="0">
              <a:lnSpc>
                <a:spcPct val="150000"/>
              </a:lnSpc>
              <a:spcBef>
                <a:spcPct val="0"/>
              </a:spcBef>
              <a:spcAft>
                <a:spcPct val="0"/>
              </a:spcAft>
              <a:buClrTx/>
              <a:buSzTx/>
              <a:tabLst/>
            </a:pPr>
            <a:r>
              <a:rPr kumimoji="0" lang="en-US" alt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Tính năng cơ bản:</a:t>
            </a:r>
            <a:endParaRPr kumimoji="0" lang="en-US" altLang="en-US" sz="1600" b="0"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a:ln>
                  <a:noFill/>
                </a:ln>
                <a:solidFill>
                  <a:schemeClr val="tx1"/>
                </a:solidFill>
                <a:effectLst/>
                <a:latin typeface="Roboto" panose="02000000000000000000" pitchFamily="2" charset="0"/>
                <a:ea typeface="Roboto" panose="02000000000000000000" pitchFamily="2" charset="0"/>
              </a:rPr>
              <a:t>Quản lý sản phẩm: Hiển thị, tìm kiếm, lọc giày theo danh mục, giá, kích thước.</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a:ln>
                  <a:noFill/>
                </a:ln>
                <a:solidFill>
                  <a:schemeClr val="tx1"/>
                </a:solidFill>
                <a:effectLst/>
                <a:latin typeface="Roboto" panose="02000000000000000000" pitchFamily="2" charset="0"/>
                <a:ea typeface="Roboto" panose="02000000000000000000" pitchFamily="2" charset="0"/>
              </a:rPr>
              <a:t>Giỏ hàng: Thêm/xóa sản phẩm, tính tổng chi phí.</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a:ln>
                  <a:noFill/>
                </a:ln>
                <a:solidFill>
                  <a:schemeClr val="tx1"/>
                </a:solidFill>
                <a:effectLst/>
                <a:latin typeface="Roboto" panose="02000000000000000000" pitchFamily="2" charset="0"/>
                <a:ea typeface="Roboto" panose="02000000000000000000" pitchFamily="2" charset="0"/>
              </a:rPr>
              <a:t>Đặt hàng: Hỗ trợ đăng nhập, thanh toán và theo dõi trạng thái đơn hàng.</a:t>
            </a:r>
          </a:p>
          <a:p>
            <a:pPr marR="0" lvl="0" algn="l" defTabSz="914400" rtl="0" eaLnBrk="0" fontAlgn="base" latinLnBrk="0" hangingPunct="0">
              <a:lnSpc>
                <a:spcPct val="150000"/>
              </a:lnSpc>
              <a:spcBef>
                <a:spcPct val="0"/>
              </a:spcBef>
              <a:spcAft>
                <a:spcPct val="0"/>
              </a:spcAft>
              <a:buClrTx/>
              <a:buSzTx/>
              <a:tabLst/>
            </a:pPr>
            <a:r>
              <a:rPr kumimoji="0" lang="en-US" alt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Hiệu năng tốt:</a:t>
            </a:r>
            <a:r>
              <a:rPr kumimoji="0" lang="en-US" altLang="en-US" sz="1600" b="0" i="0" u="none" strike="noStrike" cap="none" normalizeH="0" baseline="0">
                <a:ln>
                  <a:noFill/>
                </a:ln>
                <a:solidFill>
                  <a:schemeClr val="tx1"/>
                </a:solidFill>
                <a:effectLst/>
                <a:latin typeface="Roboto" panose="02000000000000000000" pitchFamily="2" charset="0"/>
                <a:ea typeface="Roboto" panose="02000000000000000000" pitchFamily="2" charset="0"/>
              </a:rPr>
              <a:t> Ứng dụng ReactJS, Node.js và MySQL mang lại trải nghiệm nhanh, mượt mà.</a:t>
            </a:r>
          </a:p>
          <a:p>
            <a:pPr marR="0" lvl="0" algn="l" defTabSz="914400" rtl="0" eaLnBrk="0" fontAlgn="base" latinLnBrk="0" hangingPunct="0">
              <a:lnSpc>
                <a:spcPct val="150000"/>
              </a:lnSpc>
              <a:spcBef>
                <a:spcPct val="0"/>
              </a:spcBef>
              <a:spcAft>
                <a:spcPct val="0"/>
              </a:spcAft>
              <a:buClrTx/>
              <a:buSzTx/>
              <a:tabLst/>
            </a:pPr>
            <a:r>
              <a:rPr kumimoji="0" lang="en-US" alt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Bảo mật:</a:t>
            </a:r>
            <a:r>
              <a:rPr kumimoji="0" lang="en-US" altLang="en-US" sz="1600" b="0" i="0" u="none" strike="noStrike" cap="none" normalizeH="0" baseline="0">
                <a:ln>
                  <a:noFill/>
                </a:ln>
                <a:solidFill>
                  <a:schemeClr val="tx1"/>
                </a:solidFill>
                <a:effectLst/>
                <a:latin typeface="Roboto" panose="02000000000000000000" pitchFamily="2" charset="0"/>
                <a:ea typeface="Roboto" panose="02000000000000000000" pitchFamily="2" charset="0"/>
              </a:rPr>
              <a:t> Sử dụng JWT để bảo vệ dữ liệu người dùng và đảm bảo giao dịch an toàn. </a:t>
            </a:r>
          </a:p>
        </p:txBody>
      </p:sp>
      <p:sp>
        <p:nvSpPr>
          <p:cNvPr id="11" name="Footer Placeholder 3">
            <a:extLst>
              <a:ext uri="{FF2B5EF4-FFF2-40B4-BE49-F238E27FC236}">
                <a16:creationId xmlns:a16="http://schemas.microsoft.com/office/drawing/2014/main" id="{BED4826A-617D-4357-B405-FD9B4DE754FC}"/>
              </a:ext>
            </a:extLst>
          </p:cNvPr>
          <p:cNvSpPr txBox="1">
            <a:spLocks/>
          </p:cNvSpPr>
          <p:nvPr/>
        </p:nvSpPr>
        <p:spPr>
          <a:xfrm>
            <a:off x="403950" y="6217920"/>
            <a:ext cx="4517675"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a:effectLst/>
                <a:latin typeface="Roboto" panose="02000000000000000000" pitchFamily="2" charset="0"/>
                <a:ea typeface="Roboto" panose="02000000000000000000" pitchFamily="2" charset="0"/>
              </a:rPr>
              <a:t>XÂY DỰNG WEBSITE THƯƠNG MẠI ĐIỆN TỬ GIÀY THỜI TRANG NODE.JS</a:t>
            </a:r>
            <a:br>
              <a:rPr lang="vi-VN" sz="1000">
                <a:effectLst/>
                <a:latin typeface="Roboto" panose="02000000000000000000" pitchFamily="2" charset="0"/>
                <a:ea typeface="Roboto" panose="02000000000000000000" pitchFamily="2" charset="0"/>
              </a:rPr>
            </a:br>
            <a:endParaRPr lang="vi-VN" sz="1000"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4690725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5AEFA-8D8F-018E-F6DC-8899C9EB8842}"/>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730267B-A84C-ADC6-0232-09423763E00E}"/>
              </a:ext>
            </a:extLst>
          </p:cNvPr>
          <p:cNvSpPr>
            <a:spLocks noGrp="1"/>
          </p:cNvSpPr>
          <p:nvPr>
            <p:ph type="sldNum" sz="quarter" idx="29"/>
          </p:nvPr>
        </p:nvSpPr>
        <p:spPr/>
        <p:txBody>
          <a:bodyPr/>
          <a:lstStyle/>
          <a:p>
            <a:fld id="{47FEACEE-25B4-4A2D-B147-27296E36371D}" type="slidenum">
              <a:rPr lang="en-US" altLang="zh-CN" smtClean="0"/>
              <a:pPr/>
              <a:t>21</a:t>
            </a:fld>
            <a:endParaRPr lang="en-US" altLang="zh-CN" dirty="0"/>
          </a:p>
        </p:txBody>
      </p:sp>
      <p:sp>
        <p:nvSpPr>
          <p:cNvPr id="6" name="Title 5">
            <a:extLst>
              <a:ext uri="{FF2B5EF4-FFF2-40B4-BE49-F238E27FC236}">
                <a16:creationId xmlns:a16="http://schemas.microsoft.com/office/drawing/2014/main" id="{99A8313C-3987-DDA7-BA19-D5A565E4D77A}"/>
              </a:ext>
            </a:extLst>
          </p:cNvPr>
          <p:cNvSpPr>
            <a:spLocks noGrp="1"/>
          </p:cNvSpPr>
          <p:nvPr>
            <p:ph type="title"/>
          </p:nvPr>
        </p:nvSpPr>
        <p:spPr>
          <a:xfrm>
            <a:off x="403950" y="210830"/>
            <a:ext cx="4966448" cy="694605"/>
          </a:xfrm>
        </p:spPr>
        <p:txBody>
          <a:bodyPr/>
          <a:lstStyle/>
          <a:p>
            <a:r>
              <a:rPr lang="en-US" sz="2000">
                <a:latin typeface="Posterama Text Black (Headings)"/>
              </a:rPr>
              <a:t>4. KẾT LUẬN VÀ PHÁT TRIỂN</a:t>
            </a:r>
            <a:endParaRPr lang="en-US" sz="2000" dirty="0">
              <a:latin typeface="Posterama Text Black (Headings)"/>
            </a:endParaRPr>
          </a:p>
        </p:txBody>
      </p:sp>
      <p:sp>
        <p:nvSpPr>
          <p:cNvPr id="7" name="TextBox 6">
            <a:extLst>
              <a:ext uri="{FF2B5EF4-FFF2-40B4-BE49-F238E27FC236}">
                <a16:creationId xmlns:a16="http://schemas.microsoft.com/office/drawing/2014/main" id="{75EE4696-56DA-4236-A69E-051DE7FE6387}"/>
              </a:ext>
            </a:extLst>
          </p:cNvPr>
          <p:cNvSpPr txBox="1"/>
          <p:nvPr/>
        </p:nvSpPr>
        <p:spPr>
          <a:xfrm>
            <a:off x="519415" y="811646"/>
            <a:ext cx="6562164" cy="420628"/>
          </a:xfrm>
          <a:prstGeom prst="rect">
            <a:avLst/>
          </a:prstGeom>
          <a:noFill/>
        </p:spPr>
        <p:txBody>
          <a:bodyPr wrap="square">
            <a:spAutoFit/>
          </a:bodyPr>
          <a:lstStyle/>
          <a:p>
            <a:pPr>
              <a:lnSpc>
                <a:spcPct val="150000"/>
              </a:lnSpc>
            </a:pPr>
            <a:r>
              <a:rPr lang="vi-VN" sz="1600" b="1">
                <a:latin typeface="Roboto" panose="02000000000000000000" pitchFamily="2" charset="0"/>
                <a:ea typeface="Roboto" panose="02000000000000000000" pitchFamily="2" charset="0"/>
              </a:rPr>
              <a:t>4.2. </a:t>
            </a:r>
            <a:r>
              <a:rPr lang="en-US" sz="1600" b="1">
                <a:latin typeface="Roboto" panose="02000000000000000000" pitchFamily="2" charset="0"/>
                <a:ea typeface="Roboto" panose="02000000000000000000" pitchFamily="2" charset="0"/>
              </a:rPr>
              <a:t>N</a:t>
            </a:r>
            <a:r>
              <a:rPr lang="vi-VN" sz="1600" b="1">
                <a:latin typeface="Roboto" panose="02000000000000000000" pitchFamily="2" charset="0"/>
                <a:ea typeface="Roboto" panose="02000000000000000000" pitchFamily="2" charset="0"/>
              </a:rPr>
              <a:t>hược điểm</a:t>
            </a:r>
          </a:p>
        </p:txBody>
      </p:sp>
      <p:pic>
        <p:nvPicPr>
          <p:cNvPr id="16" name="Picture 15">
            <a:extLst>
              <a:ext uri="{FF2B5EF4-FFF2-40B4-BE49-F238E27FC236}">
                <a16:creationId xmlns:a16="http://schemas.microsoft.com/office/drawing/2014/main" id="{9EA6A796-6007-AF62-8ABA-17941F9D9111}"/>
              </a:ext>
            </a:extLst>
          </p:cNvPr>
          <p:cNvPicPr>
            <a:picLocks noChangeAspect="1"/>
          </p:cNvPicPr>
          <p:nvPr/>
        </p:nvPicPr>
        <p:blipFill>
          <a:blip r:embed="rId2"/>
          <a:stretch>
            <a:fillRect/>
          </a:stretch>
        </p:blipFill>
        <p:spPr>
          <a:xfrm>
            <a:off x="6785743" y="1418413"/>
            <a:ext cx="2677048" cy="2677048"/>
          </a:xfrm>
          <a:prstGeom prst="rect">
            <a:avLst/>
          </a:prstGeom>
        </p:spPr>
      </p:pic>
      <p:sp>
        <p:nvSpPr>
          <p:cNvPr id="2" name="Footer Placeholder 3">
            <a:extLst>
              <a:ext uri="{FF2B5EF4-FFF2-40B4-BE49-F238E27FC236}">
                <a16:creationId xmlns:a16="http://schemas.microsoft.com/office/drawing/2014/main" id="{3AB71C84-6138-5019-E033-7A94E7E08766}"/>
              </a:ext>
            </a:extLst>
          </p:cNvPr>
          <p:cNvSpPr txBox="1">
            <a:spLocks/>
          </p:cNvSpPr>
          <p:nvPr/>
        </p:nvSpPr>
        <p:spPr>
          <a:xfrm>
            <a:off x="403950" y="6217920"/>
            <a:ext cx="4517675"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a:effectLst/>
                <a:latin typeface="Roboto" panose="02000000000000000000" pitchFamily="2" charset="0"/>
                <a:ea typeface="Roboto" panose="02000000000000000000" pitchFamily="2" charset="0"/>
              </a:rPr>
              <a:t>XÂY DỰNG WEBSITE THƯƠNG MẠI ĐIỆN TỬ GIÀY THỜI TRANG NODE.JS</a:t>
            </a:r>
            <a:br>
              <a:rPr lang="vi-VN" sz="1000">
                <a:effectLst/>
                <a:latin typeface="Roboto" panose="02000000000000000000" pitchFamily="2" charset="0"/>
                <a:ea typeface="Roboto" panose="02000000000000000000" pitchFamily="2" charset="0"/>
              </a:rPr>
            </a:br>
            <a:endParaRPr lang="vi-VN" sz="1000" dirty="0">
              <a:latin typeface="Roboto" panose="02000000000000000000" pitchFamily="2" charset="0"/>
              <a:ea typeface="Roboto" panose="02000000000000000000" pitchFamily="2" charset="0"/>
            </a:endParaRPr>
          </a:p>
        </p:txBody>
      </p:sp>
      <p:sp>
        <p:nvSpPr>
          <p:cNvPr id="11" name="TextBox 10">
            <a:extLst>
              <a:ext uri="{FF2B5EF4-FFF2-40B4-BE49-F238E27FC236}">
                <a16:creationId xmlns:a16="http://schemas.microsoft.com/office/drawing/2014/main" id="{C3D7FD4D-34BF-B96A-F830-371DB3FBD7B8}"/>
              </a:ext>
            </a:extLst>
          </p:cNvPr>
          <p:cNvSpPr txBox="1"/>
          <p:nvPr/>
        </p:nvSpPr>
        <p:spPr>
          <a:xfrm>
            <a:off x="591132" y="1254493"/>
            <a:ext cx="5845527" cy="300595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vi-VN" sz="1600" b="1">
                <a:latin typeface="Roboto" panose="02000000000000000000" pitchFamily="2" charset="0"/>
                <a:ea typeface="Roboto" panose="02000000000000000000" pitchFamily="2" charset="0"/>
              </a:rPr>
              <a:t>Hạn chế trong tìm kiếm nâng cao:</a:t>
            </a:r>
            <a:r>
              <a:rPr lang="vi-VN" sz="1600">
                <a:latin typeface="Roboto" panose="02000000000000000000" pitchFamily="2" charset="0"/>
                <a:ea typeface="Roboto" panose="02000000000000000000" pitchFamily="2" charset="0"/>
              </a:rPr>
              <a:t> Tìm kiếm chưa tối ưu hóa với dữ liệu lớn, chưa hỗ trợ đề xuất thông minh.</a:t>
            </a:r>
          </a:p>
          <a:p>
            <a:pPr marL="285750" indent="-285750">
              <a:lnSpc>
                <a:spcPct val="150000"/>
              </a:lnSpc>
              <a:buFont typeface="Arial" panose="020B0604020202020204" pitchFamily="34" charset="0"/>
              <a:buChar char="•"/>
            </a:pPr>
            <a:r>
              <a:rPr lang="vi-VN" sz="1600" b="1">
                <a:latin typeface="Roboto" panose="02000000000000000000" pitchFamily="2" charset="0"/>
                <a:ea typeface="Roboto" panose="02000000000000000000" pitchFamily="2" charset="0"/>
              </a:rPr>
              <a:t>Quản lý thời gian thực:</a:t>
            </a:r>
            <a:r>
              <a:rPr lang="vi-VN" sz="1600">
                <a:latin typeface="Roboto" panose="02000000000000000000" pitchFamily="2" charset="0"/>
                <a:ea typeface="Roboto" panose="02000000000000000000" pitchFamily="2" charset="0"/>
              </a:rPr>
              <a:t> Thông báo trạng thái đơn hàng chưa được cập nhật tự động.</a:t>
            </a:r>
          </a:p>
          <a:p>
            <a:pPr marL="285750" indent="-285750">
              <a:lnSpc>
                <a:spcPct val="150000"/>
              </a:lnSpc>
              <a:buFont typeface="Arial" panose="020B0604020202020204" pitchFamily="34" charset="0"/>
              <a:buChar char="•"/>
            </a:pPr>
            <a:r>
              <a:rPr lang="vi-VN" sz="1600" b="1">
                <a:latin typeface="Roboto" panose="02000000000000000000" pitchFamily="2" charset="0"/>
                <a:ea typeface="Roboto" panose="02000000000000000000" pitchFamily="2" charset="0"/>
              </a:rPr>
              <a:t>Tính năng thanh toán:</a:t>
            </a:r>
            <a:r>
              <a:rPr lang="vi-VN" sz="1600">
                <a:latin typeface="Roboto" panose="02000000000000000000" pitchFamily="2" charset="0"/>
                <a:ea typeface="Roboto" panose="02000000000000000000" pitchFamily="2" charset="0"/>
              </a:rPr>
              <a:t> Chưa tích hợp cổng thanh toán trực tuyến hoàn chỉnh.</a:t>
            </a:r>
          </a:p>
          <a:p>
            <a:pPr marL="285750" indent="-285750">
              <a:lnSpc>
                <a:spcPct val="150000"/>
              </a:lnSpc>
              <a:buFont typeface="Arial" panose="020B0604020202020204" pitchFamily="34" charset="0"/>
              <a:buChar char="•"/>
            </a:pPr>
            <a:r>
              <a:rPr lang="vi-VN" sz="1600" b="1">
                <a:latin typeface="Roboto" panose="02000000000000000000" pitchFamily="2" charset="0"/>
                <a:ea typeface="Roboto" panose="02000000000000000000" pitchFamily="2" charset="0"/>
              </a:rPr>
              <a:t>Khả năng mở rộng:</a:t>
            </a:r>
            <a:r>
              <a:rPr lang="vi-VN" sz="1600">
                <a:latin typeface="Roboto" panose="02000000000000000000" pitchFamily="2" charset="0"/>
                <a:ea typeface="Roboto" panose="02000000000000000000" pitchFamily="2" charset="0"/>
              </a:rPr>
              <a:t> Cần tối ưu thêm để hỗ trợ lượng lớn người dùng đồng thời.</a:t>
            </a:r>
          </a:p>
        </p:txBody>
      </p:sp>
      <p:pic>
        <p:nvPicPr>
          <p:cNvPr id="12" name="Picture 11">
            <a:extLst>
              <a:ext uri="{FF2B5EF4-FFF2-40B4-BE49-F238E27FC236}">
                <a16:creationId xmlns:a16="http://schemas.microsoft.com/office/drawing/2014/main" id="{E7FBCEA6-85BD-C592-F6B4-B98FE2FD17FB}"/>
              </a:ext>
            </a:extLst>
          </p:cNvPr>
          <p:cNvPicPr>
            <a:picLocks noChangeAspect="1"/>
          </p:cNvPicPr>
          <p:nvPr/>
        </p:nvPicPr>
        <p:blipFill>
          <a:blip r:embed="rId3"/>
          <a:stretch>
            <a:fillRect/>
          </a:stretch>
        </p:blipFill>
        <p:spPr>
          <a:xfrm>
            <a:off x="9078591" y="3548316"/>
            <a:ext cx="1466567" cy="1466567"/>
          </a:xfrm>
          <a:prstGeom prst="rect">
            <a:avLst/>
          </a:prstGeom>
        </p:spPr>
      </p:pic>
    </p:spTree>
    <p:extLst>
      <p:ext uri="{BB962C8B-B14F-4D97-AF65-F5344CB8AC3E}">
        <p14:creationId xmlns:p14="http://schemas.microsoft.com/office/powerpoint/2010/main" val="35687396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AA223-460E-9118-C4F6-9A6D91D160EE}"/>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9D10549-9F14-9041-9D58-B278F3FB1E56}"/>
              </a:ext>
            </a:extLst>
          </p:cNvPr>
          <p:cNvSpPr>
            <a:spLocks noGrp="1"/>
          </p:cNvSpPr>
          <p:nvPr>
            <p:ph type="sldNum" sz="quarter" idx="29"/>
          </p:nvPr>
        </p:nvSpPr>
        <p:spPr/>
        <p:txBody>
          <a:bodyPr/>
          <a:lstStyle/>
          <a:p>
            <a:fld id="{47FEACEE-25B4-4A2D-B147-27296E36371D}" type="slidenum">
              <a:rPr lang="en-US" altLang="zh-CN" smtClean="0"/>
              <a:pPr/>
              <a:t>22</a:t>
            </a:fld>
            <a:endParaRPr lang="en-US" altLang="zh-CN" dirty="0"/>
          </a:p>
        </p:txBody>
      </p:sp>
      <p:sp>
        <p:nvSpPr>
          <p:cNvPr id="6" name="Title 5">
            <a:extLst>
              <a:ext uri="{FF2B5EF4-FFF2-40B4-BE49-F238E27FC236}">
                <a16:creationId xmlns:a16="http://schemas.microsoft.com/office/drawing/2014/main" id="{9296A254-8E54-04B9-7301-95F348470923}"/>
              </a:ext>
            </a:extLst>
          </p:cNvPr>
          <p:cNvSpPr>
            <a:spLocks noGrp="1"/>
          </p:cNvSpPr>
          <p:nvPr>
            <p:ph type="title"/>
          </p:nvPr>
        </p:nvSpPr>
        <p:spPr>
          <a:xfrm>
            <a:off x="403950" y="210830"/>
            <a:ext cx="4966448" cy="694605"/>
          </a:xfrm>
        </p:spPr>
        <p:txBody>
          <a:bodyPr/>
          <a:lstStyle/>
          <a:p>
            <a:r>
              <a:rPr lang="en-US" sz="2000">
                <a:latin typeface="Posterama Text Black (Headings)"/>
              </a:rPr>
              <a:t>4. KẾT LUẬN VÀ PHÁT TRIỂN</a:t>
            </a:r>
            <a:endParaRPr lang="en-US" sz="2000" dirty="0">
              <a:latin typeface="Posterama Text Black (Headings)"/>
            </a:endParaRPr>
          </a:p>
        </p:txBody>
      </p:sp>
      <p:sp>
        <p:nvSpPr>
          <p:cNvPr id="3" name="TextBox 2">
            <a:extLst>
              <a:ext uri="{FF2B5EF4-FFF2-40B4-BE49-F238E27FC236}">
                <a16:creationId xmlns:a16="http://schemas.microsoft.com/office/drawing/2014/main" id="{F5F3B45E-1729-6812-E0C3-A713F20D1914}"/>
              </a:ext>
            </a:extLst>
          </p:cNvPr>
          <p:cNvSpPr txBox="1"/>
          <p:nvPr/>
        </p:nvSpPr>
        <p:spPr>
          <a:xfrm>
            <a:off x="699245" y="913448"/>
            <a:ext cx="6096000" cy="3005951"/>
          </a:xfrm>
          <a:prstGeom prst="rect">
            <a:avLst/>
          </a:prstGeom>
          <a:noFill/>
        </p:spPr>
        <p:txBody>
          <a:bodyPr wrap="square">
            <a:spAutoFit/>
          </a:bodyPr>
          <a:lstStyle/>
          <a:p>
            <a:pPr>
              <a:lnSpc>
                <a:spcPct val="150000"/>
              </a:lnSpc>
            </a:pPr>
            <a:r>
              <a:rPr lang="vi-VN" sz="1600" b="1">
                <a:latin typeface="Roboto" panose="02000000000000000000" pitchFamily="2" charset="0"/>
                <a:ea typeface="Roboto" panose="02000000000000000000" pitchFamily="2" charset="0"/>
              </a:rPr>
              <a:t>4.3. Hướng phát triển</a:t>
            </a:r>
          </a:p>
          <a:p>
            <a:pPr marL="285750" indent="-285750">
              <a:lnSpc>
                <a:spcPct val="150000"/>
              </a:lnSpc>
              <a:buFont typeface="Arial" panose="020B0604020202020204" pitchFamily="34" charset="0"/>
              <a:buChar char="•"/>
            </a:pPr>
            <a:r>
              <a:rPr lang="vi-VN" sz="1600" b="1">
                <a:latin typeface="Roboto" panose="02000000000000000000" pitchFamily="2" charset="0"/>
                <a:ea typeface="Roboto" panose="02000000000000000000" pitchFamily="2" charset="0"/>
              </a:rPr>
              <a:t>Tối ưu hóa di động</a:t>
            </a:r>
            <a:r>
              <a:rPr lang="vi-VN" sz="1600">
                <a:latin typeface="Roboto" panose="02000000000000000000" pitchFamily="2" charset="0"/>
                <a:ea typeface="Roboto" panose="02000000000000000000" pitchFamily="2" charset="0"/>
              </a:rPr>
              <a:t>: Cải thiện giao diện trên thiết bị di động.</a:t>
            </a:r>
          </a:p>
          <a:p>
            <a:pPr marL="285750" indent="-285750">
              <a:lnSpc>
                <a:spcPct val="150000"/>
              </a:lnSpc>
              <a:buFont typeface="Arial" panose="020B0604020202020204" pitchFamily="34" charset="0"/>
              <a:buChar char="•"/>
            </a:pPr>
            <a:r>
              <a:rPr lang="vi-VN" sz="1600" b="1">
                <a:latin typeface="Roboto" panose="02000000000000000000" pitchFamily="2" charset="0"/>
                <a:ea typeface="Roboto" panose="02000000000000000000" pitchFamily="2" charset="0"/>
              </a:rPr>
              <a:t>Hỗ trợ khách hàng trực tuyến</a:t>
            </a:r>
            <a:r>
              <a:rPr lang="vi-VN" sz="1600">
                <a:latin typeface="Roboto" panose="02000000000000000000" pitchFamily="2" charset="0"/>
                <a:ea typeface="Roboto" panose="02000000000000000000" pitchFamily="2" charset="0"/>
              </a:rPr>
              <a:t>: Tích hợp chatbot hoặc live chat.</a:t>
            </a:r>
          </a:p>
          <a:p>
            <a:pPr marL="285750" indent="-285750">
              <a:lnSpc>
                <a:spcPct val="150000"/>
              </a:lnSpc>
              <a:buFont typeface="Arial" panose="020B0604020202020204" pitchFamily="34" charset="0"/>
              <a:buChar char="•"/>
            </a:pPr>
            <a:r>
              <a:rPr lang="vi-VN" sz="1600" b="1">
                <a:latin typeface="Roboto" panose="02000000000000000000" pitchFamily="2" charset="0"/>
                <a:ea typeface="Roboto" panose="02000000000000000000" pitchFamily="2" charset="0"/>
              </a:rPr>
              <a:t>Mở rộng phương thức thanh toán và giao hàng</a:t>
            </a:r>
            <a:r>
              <a:rPr lang="vi-VN" sz="1600">
                <a:latin typeface="Roboto" panose="02000000000000000000" pitchFamily="2" charset="0"/>
                <a:ea typeface="Roboto" panose="02000000000000000000" pitchFamily="2" charset="0"/>
              </a:rPr>
              <a:t>: Hỗ trợ thanh toán quốc tế và giao hàng linh hoạt.</a:t>
            </a:r>
          </a:p>
          <a:p>
            <a:pPr marL="285750" indent="-285750">
              <a:lnSpc>
                <a:spcPct val="150000"/>
              </a:lnSpc>
              <a:buFont typeface="Arial" panose="020B0604020202020204" pitchFamily="34" charset="0"/>
              <a:buChar char="•"/>
            </a:pPr>
            <a:r>
              <a:rPr lang="vi-VN" sz="1600" b="1">
                <a:latin typeface="Roboto" panose="02000000000000000000" pitchFamily="2" charset="0"/>
                <a:ea typeface="Roboto" panose="02000000000000000000" pitchFamily="2" charset="0"/>
              </a:rPr>
              <a:t>Tích hợp AI và Machine Learning</a:t>
            </a:r>
            <a:r>
              <a:rPr lang="vi-VN" sz="1600">
                <a:latin typeface="Roboto" panose="02000000000000000000" pitchFamily="2" charset="0"/>
                <a:ea typeface="Roboto" panose="02000000000000000000" pitchFamily="2" charset="0"/>
              </a:rPr>
              <a:t>: Gợi ý sản phẩm và tối ưu hóa trải nghiệm mua sắm.</a:t>
            </a:r>
          </a:p>
        </p:txBody>
      </p:sp>
      <p:pic>
        <p:nvPicPr>
          <p:cNvPr id="11" name="Picture 10">
            <a:extLst>
              <a:ext uri="{FF2B5EF4-FFF2-40B4-BE49-F238E27FC236}">
                <a16:creationId xmlns:a16="http://schemas.microsoft.com/office/drawing/2014/main" id="{DB135D75-5F3E-D6B3-8278-F7EB2BA014E8}"/>
              </a:ext>
            </a:extLst>
          </p:cNvPr>
          <p:cNvPicPr>
            <a:picLocks noChangeAspect="1"/>
          </p:cNvPicPr>
          <p:nvPr/>
        </p:nvPicPr>
        <p:blipFill>
          <a:blip r:embed="rId2"/>
          <a:stretch>
            <a:fillRect/>
          </a:stretch>
        </p:blipFill>
        <p:spPr>
          <a:xfrm>
            <a:off x="8172932" y="3086010"/>
            <a:ext cx="1536550" cy="1536550"/>
          </a:xfrm>
          <a:prstGeom prst="rect">
            <a:avLst/>
          </a:prstGeom>
        </p:spPr>
      </p:pic>
      <p:pic>
        <p:nvPicPr>
          <p:cNvPr id="15" name="Picture 14">
            <a:extLst>
              <a:ext uri="{FF2B5EF4-FFF2-40B4-BE49-F238E27FC236}">
                <a16:creationId xmlns:a16="http://schemas.microsoft.com/office/drawing/2014/main" id="{22831144-D96B-6A2C-73F6-A5A8DCD81037}"/>
              </a:ext>
            </a:extLst>
          </p:cNvPr>
          <p:cNvPicPr>
            <a:picLocks noChangeAspect="1"/>
          </p:cNvPicPr>
          <p:nvPr/>
        </p:nvPicPr>
        <p:blipFill>
          <a:blip r:embed="rId3"/>
          <a:stretch>
            <a:fillRect/>
          </a:stretch>
        </p:blipFill>
        <p:spPr>
          <a:xfrm>
            <a:off x="6673870" y="531193"/>
            <a:ext cx="1954307" cy="1954307"/>
          </a:xfrm>
          <a:prstGeom prst="rect">
            <a:avLst/>
          </a:prstGeom>
        </p:spPr>
      </p:pic>
      <p:sp>
        <p:nvSpPr>
          <p:cNvPr id="2" name="Footer Placeholder 3">
            <a:extLst>
              <a:ext uri="{FF2B5EF4-FFF2-40B4-BE49-F238E27FC236}">
                <a16:creationId xmlns:a16="http://schemas.microsoft.com/office/drawing/2014/main" id="{C41B77F5-44B5-8BCD-F4CF-D767DEE04649}"/>
              </a:ext>
            </a:extLst>
          </p:cNvPr>
          <p:cNvSpPr txBox="1">
            <a:spLocks/>
          </p:cNvSpPr>
          <p:nvPr/>
        </p:nvSpPr>
        <p:spPr>
          <a:xfrm>
            <a:off x="403950" y="6217920"/>
            <a:ext cx="4517675"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a:effectLst/>
                <a:latin typeface="Roboto" panose="02000000000000000000" pitchFamily="2" charset="0"/>
                <a:ea typeface="Roboto" panose="02000000000000000000" pitchFamily="2" charset="0"/>
              </a:rPr>
              <a:t>XÂY DỰNG WEBSITE THƯƠNG MẠI ĐIỆN TỬ GIÀY THỜI TRANG NODE.JS</a:t>
            </a:r>
            <a:br>
              <a:rPr lang="vi-VN" sz="1000">
                <a:effectLst/>
                <a:latin typeface="Roboto" panose="02000000000000000000" pitchFamily="2" charset="0"/>
                <a:ea typeface="Roboto" panose="02000000000000000000" pitchFamily="2" charset="0"/>
              </a:rPr>
            </a:br>
            <a:endParaRPr lang="vi-VN" sz="1000" dirty="0">
              <a:latin typeface="Roboto" panose="02000000000000000000" pitchFamily="2" charset="0"/>
              <a:ea typeface="Roboto" panose="02000000000000000000" pitchFamily="2" charset="0"/>
            </a:endParaRPr>
          </a:p>
        </p:txBody>
      </p:sp>
      <p:pic>
        <p:nvPicPr>
          <p:cNvPr id="4" name="Picture 3">
            <a:extLst>
              <a:ext uri="{FF2B5EF4-FFF2-40B4-BE49-F238E27FC236}">
                <a16:creationId xmlns:a16="http://schemas.microsoft.com/office/drawing/2014/main" id="{C7E31C80-CD94-B7A8-1087-19BBD580570C}"/>
              </a:ext>
            </a:extLst>
          </p:cNvPr>
          <p:cNvPicPr>
            <a:picLocks noChangeAspect="1"/>
          </p:cNvPicPr>
          <p:nvPr/>
        </p:nvPicPr>
        <p:blipFill>
          <a:blip r:embed="rId4"/>
          <a:stretch>
            <a:fillRect/>
          </a:stretch>
        </p:blipFill>
        <p:spPr>
          <a:xfrm>
            <a:off x="9390717" y="609599"/>
            <a:ext cx="1954306" cy="1954306"/>
          </a:xfrm>
          <a:prstGeom prst="rect">
            <a:avLst/>
          </a:prstGeom>
        </p:spPr>
      </p:pic>
    </p:spTree>
    <p:extLst>
      <p:ext uri="{BB962C8B-B14F-4D97-AF65-F5344CB8AC3E}">
        <p14:creationId xmlns:p14="http://schemas.microsoft.com/office/powerpoint/2010/main" val="37435063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4E6FA5A-94CB-9092-51F8-1199E87E1825}"/>
              </a:ext>
            </a:extLst>
          </p:cNvPr>
          <p:cNvSpPr>
            <a:spLocks noGrp="1"/>
          </p:cNvSpPr>
          <p:nvPr>
            <p:ph type="sldNum" sz="quarter" idx="12"/>
          </p:nvPr>
        </p:nvSpPr>
        <p:spPr/>
        <p:txBody>
          <a:bodyPr/>
          <a:lstStyle/>
          <a:p>
            <a:fld id="{D5F9BE7B-8C6A-4521-AC0D-F4FAD6600991}" type="slidenum">
              <a:rPr lang="en-US" smtClean="0"/>
              <a:t>23</a:t>
            </a:fld>
            <a:endParaRPr lang="en-US"/>
          </a:p>
        </p:txBody>
      </p:sp>
      <p:pic>
        <p:nvPicPr>
          <p:cNvPr id="3" name="Picture 2">
            <a:extLst>
              <a:ext uri="{FF2B5EF4-FFF2-40B4-BE49-F238E27FC236}">
                <a16:creationId xmlns:a16="http://schemas.microsoft.com/office/drawing/2014/main" id="{C699DD4F-DF28-50C7-9D34-9FCA20073B97}"/>
              </a:ext>
            </a:extLst>
          </p:cNvPr>
          <p:cNvPicPr>
            <a:picLocks noChangeAspect="1"/>
          </p:cNvPicPr>
          <p:nvPr/>
        </p:nvPicPr>
        <p:blipFill>
          <a:blip r:embed="rId2"/>
          <a:stretch>
            <a:fillRect/>
          </a:stretch>
        </p:blipFill>
        <p:spPr>
          <a:xfrm>
            <a:off x="4167187" y="0"/>
            <a:ext cx="3857625" cy="6858000"/>
          </a:xfrm>
          <a:prstGeom prst="rect">
            <a:avLst/>
          </a:prstGeom>
        </p:spPr>
      </p:pic>
    </p:spTree>
    <p:extLst>
      <p:ext uri="{BB962C8B-B14F-4D97-AF65-F5344CB8AC3E}">
        <p14:creationId xmlns:p14="http://schemas.microsoft.com/office/powerpoint/2010/main" val="8739761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096000" y="3085158"/>
            <a:ext cx="5055698" cy="687683"/>
          </a:xfrm>
        </p:spPr>
        <p:txBody>
          <a:bodyPr/>
          <a:lstStyle/>
          <a:p>
            <a:r>
              <a:rPr lang="en-US" sz="5000" dirty="0"/>
              <a:t>Thank you</a:t>
            </a:r>
          </a:p>
        </p:txBody>
      </p:sp>
      <p:pic>
        <p:nvPicPr>
          <p:cNvPr id="14" name="Picture Placeholder 13" descr="People working in office">
            <a:extLst>
              <a:ext uri="{FF2B5EF4-FFF2-40B4-BE49-F238E27FC236}">
                <a16:creationId xmlns:a16="http://schemas.microsoft.com/office/drawing/2014/main" id="{496155F4-61B2-441D-9F16-788866450DA2}"/>
              </a:ext>
            </a:extLst>
          </p:cNvPr>
          <p:cNvPicPr>
            <a:picLocks noGrp="1" noChangeAspect="1"/>
          </p:cNvPicPr>
          <p:nvPr>
            <p:ph type="pic" sz="quarter" idx="49"/>
          </p:nvPr>
        </p:nvPicPr>
        <p:blipFill rotWithShape="1">
          <a:blip r:embed="rId3" cstate="print">
            <a:extLst>
              <a:ext uri="{28A0092B-C50C-407E-A947-70E740481C1C}">
                <a14:useLocalDpi xmlns:a14="http://schemas.microsoft.com/office/drawing/2010/main"/>
              </a:ext>
            </a:extLst>
          </a:blip>
          <a:srcRect/>
          <a:stretch/>
        </p:blipFill>
        <p:spPr/>
      </p:pic>
      <p:pic>
        <p:nvPicPr>
          <p:cNvPr id="16" name="Picture Placeholder 15" descr="People in an office discussing work over a laptop&#10;">
            <a:extLst>
              <a:ext uri="{FF2B5EF4-FFF2-40B4-BE49-F238E27FC236}">
                <a16:creationId xmlns:a16="http://schemas.microsoft.com/office/drawing/2014/main" id="{BCD5762E-DD49-42B3-9CA8-46A4AD7193E2}"/>
              </a:ext>
            </a:extLst>
          </p:cNvPr>
          <p:cNvPicPr>
            <a:picLocks noGrp="1" noChangeAspect="1"/>
          </p:cNvPicPr>
          <p:nvPr>
            <p:ph type="pic" sz="quarter" idx="48"/>
          </p:nvPr>
        </p:nvPicPr>
        <p:blipFill rotWithShape="1">
          <a:blip r:embed="rId4" cstate="print">
            <a:extLst>
              <a:ext uri="{28A0092B-C50C-407E-A947-70E740481C1C}">
                <a14:useLocalDpi xmlns:a14="http://schemas.microsoft.com/office/drawing/2010/main"/>
              </a:ext>
            </a:extLst>
          </a:blip>
          <a:srcRect/>
          <a:stretch/>
        </p:blipFill>
        <p:spPr>
          <a:xfrm>
            <a:off x="2781842" y="2550231"/>
            <a:ext cx="1465840" cy="1289394"/>
          </a:xfrm>
        </p:spPr>
      </p:pic>
      <p:pic>
        <p:nvPicPr>
          <p:cNvPr id="18" name="Picture Placeholder 17" descr="Layout of website design sketches on white paper">
            <a:extLst>
              <a:ext uri="{FF2B5EF4-FFF2-40B4-BE49-F238E27FC236}">
                <a16:creationId xmlns:a16="http://schemas.microsoft.com/office/drawing/2014/main" id="{1051CD21-1408-4D13-BF0B-0D7013AD2D0C}"/>
              </a:ext>
            </a:extLst>
          </p:cNvPr>
          <p:cNvPicPr>
            <a:picLocks noGrp="1" noChangeAspect="1"/>
          </p:cNvPicPr>
          <p:nvPr>
            <p:ph type="pic" sz="quarter" idx="51"/>
          </p:nvPr>
        </p:nvPicPr>
        <p:blipFill rotWithShape="1">
          <a:blip r:embed="rId5" cstate="print">
            <a:extLst>
              <a:ext uri="{28A0092B-C50C-407E-A947-70E740481C1C}">
                <a14:useLocalDpi xmlns:a14="http://schemas.microsoft.com/office/drawing/2010/main"/>
              </a:ext>
            </a:extLst>
          </a:blip>
          <a:srcRect/>
          <a:stretch/>
        </p:blipFill>
        <p:spPr/>
      </p:pic>
      <p:pic>
        <p:nvPicPr>
          <p:cNvPr id="28" name="Picture Placeholder 27" descr="Businesswoman reviewing sticky notes on a wall">
            <a:extLst>
              <a:ext uri="{FF2B5EF4-FFF2-40B4-BE49-F238E27FC236}">
                <a16:creationId xmlns:a16="http://schemas.microsoft.com/office/drawing/2014/main" id="{B746A775-E65C-70F6-9DB4-E51F7F2DAECE}"/>
              </a:ext>
            </a:extLst>
          </p:cNvPr>
          <p:cNvPicPr>
            <a:picLocks noGrp="1" noChangeAspect="1"/>
          </p:cNvPicPr>
          <p:nvPr>
            <p:ph type="pic" sz="quarter" idx="50"/>
          </p:nvPr>
        </p:nvPicPr>
        <p:blipFill>
          <a:blip r:embed="rId6" cstate="print">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5292794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theme/theme1.xml><?xml version="1.0" encoding="utf-8"?>
<a:theme xmlns:a="http://schemas.openxmlformats.org/drawingml/2006/main" name="Custom​​">
  <a:themeElements>
    <a:clrScheme name="Custom 9">
      <a:dk1>
        <a:srgbClr val="000000"/>
      </a:dk1>
      <a:lt1>
        <a:srgbClr val="FFFFFF"/>
      </a:lt1>
      <a:dk2>
        <a:srgbClr val="0F253E"/>
      </a:dk2>
      <a:lt2>
        <a:srgbClr val="E7E6E6"/>
      </a:lt2>
      <a:accent1>
        <a:srgbClr val="4472C4"/>
      </a:accent1>
      <a:accent2>
        <a:srgbClr val="B83803"/>
      </a:accent2>
      <a:accent3>
        <a:srgbClr val="DCD3CC"/>
      </a:accent3>
      <a:accent4>
        <a:srgbClr val="F79320"/>
      </a:accent4>
      <a:accent5>
        <a:srgbClr val="44668D"/>
      </a:accent5>
      <a:accent6>
        <a:srgbClr val="0F253E"/>
      </a:accent6>
      <a:hlink>
        <a:srgbClr val="AEC0D9"/>
      </a:hlink>
      <a:folHlink>
        <a:srgbClr val="B83903"/>
      </a:folHlink>
    </a:clrScheme>
    <a:fontScheme name="Custom 10">
      <a:majorFont>
        <a:latin typeface="Posterama Text Black"/>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Hexagon Light Presentation_win32_v5" id="{045A9B2F-7300-4673-816B-F1EB3C673B2C}" vid="{27F8BD87-6984-44CA-8D4F-354B20CB0C1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1530B71D02ACE43A328C0D9C2A119D0" ma:contentTypeVersion="10" ma:contentTypeDescription="Create a new document." ma:contentTypeScope="" ma:versionID="553e2dd784ab2cb94cda90b2a908bd4a">
  <xsd:schema xmlns:xsd="http://www.w3.org/2001/XMLSchema" xmlns:xs="http://www.w3.org/2001/XMLSchema" xmlns:p="http://schemas.microsoft.com/office/2006/metadata/properties" xmlns:ns3="be8b919e-9569-47f6-bc8c-78b2bf92f632" targetNamespace="http://schemas.microsoft.com/office/2006/metadata/properties" ma:root="true" ma:fieldsID="c88adbe775f43691c6d12f1861cac544" ns3:_="">
    <xsd:import namespace="be8b919e-9569-47f6-bc8c-78b2bf92f6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8b919e-9569-47f6-bc8c-78b2bf92f6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Location" ma:index="16" nillable="true" ma:displayName="Location" ma:indexed="true" ma:internalName="MediaServiceLocation"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5448A46-0F98-4A47-883B-D717E65403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e8b919e-9569-47f6-bc8c-78b2bf92f6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0AD9BE2-6B3D-4616-B044-300A8177DEA5}">
  <ds:schemaRefs>
    <ds:schemaRef ds:uri="http://purl.org/dc/terms/"/>
    <ds:schemaRef ds:uri="http://schemas.microsoft.com/office/2006/documentManagement/types"/>
    <ds:schemaRef ds:uri="http://purl.org/dc/dcmitype/"/>
    <ds:schemaRef ds:uri="http://schemas.microsoft.com/office/infopath/2007/PartnerControls"/>
    <ds:schemaRef ds:uri="http://purl.org/dc/elements/1.1/"/>
    <ds:schemaRef ds:uri="http://schemas.microsoft.com/office/2006/metadata/properties"/>
    <ds:schemaRef ds:uri="be8b919e-9569-47f6-bc8c-78b2bf92f632"/>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5515263-A3DE-4193-B6AA-5C449C94519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light</Template>
  <TotalTime>968</TotalTime>
  <Words>1991</Words>
  <Application>Microsoft Office PowerPoint</Application>
  <PresentationFormat>Widescreen</PresentationFormat>
  <Paragraphs>143</Paragraphs>
  <Slides>24</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等线</vt:lpstr>
      <vt:lpstr>Abadi</vt:lpstr>
      <vt:lpstr>Arial</vt:lpstr>
      <vt:lpstr>Calibri</vt:lpstr>
      <vt:lpstr>Posterama Text Black</vt:lpstr>
      <vt:lpstr>Posterama Text Black (Headings)</vt:lpstr>
      <vt:lpstr>Posterama Text SemiBold</vt:lpstr>
      <vt:lpstr>Roboto</vt:lpstr>
      <vt:lpstr>Times New Roman</vt:lpstr>
      <vt:lpstr>Custom​​</vt:lpstr>
      <vt:lpstr>THỰC TẬP ĐỒ ÁN CHUYÊN NGÀNH  HỌC KỲ 1, NĂM HỌC 2024-2025</vt:lpstr>
      <vt:lpstr>XÂY DỰNG WEBSITE THƯƠNG MẠI ĐIỆN TỬ GIÀY THỜI TRANG NODE.JS </vt:lpstr>
      <vt:lpstr>PowerPoint Presentation</vt:lpstr>
      <vt:lpstr>NỘI DUNG</vt:lpstr>
      <vt:lpstr>1. CƠ SỞ LÝ THUYẾT</vt:lpstr>
      <vt:lpstr>PowerPoint Presentation</vt:lpstr>
      <vt:lpstr>PowerPoint Presentation</vt:lpstr>
      <vt:lpstr>PowerPoint Presentation</vt:lpstr>
      <vt:lpstr>2. PHÂN TÍCH THIẾT KẾ HỆ THỐNG</vt:lpstr>
      <vt:lpstr>PowerPoint Presentation</vt:lpstr>
      <vt:lpstr>PowerPoint Presentation</vt:lpstr>
      <vt:lpstr>PowerPoint Presentation</vt:lpstr>
      <vt:lpstr>PowerPoint Presentation</vt:lpstr>
      <vt:lpstr>3. XÂY DỰNG WEBSITE GIÀY</vt:lpstr>
      <vt:lpstr>3. XÂY DỰNG WEBSITE GIÀY</vt:lpstr>
      <vt:lpstr>3. XÂY DỰNG WEBSITE GIÀY</vt:lpstr>
      <vt:lpstr>3. XÂY DỰNG WEBSITE GIÀY</vt:lpstr>
      <vt:lpstr>3. XÂY DỰNG WEBSITE GIÀY</vt:lpstr>
      <vt:lpstr>4. KẾT LUẬN VÀ PHÁT TRIỂN</vt:lpstr>
      <vt:lpstr>4. KẾT LUẬN VÀ PHÁT TRIỂN</vt:lpstr>
      <vt:lpstr>4. KẾT LUẬN VÀ PHÁT TRIỂN</vt:lpstr>
      <vt:lpstr>4. KẾT LUẬN VÀ PHÁT TRIỂN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THỰC TẬP ĐỒ ÁN CƠ SỞ NGÀNH  HỌC KỲ 1, NĂM HỌC 2023-2024</dc:title>
  <dc:creator>Ho Hoang Phuc</dc:creator>
  <cp:lastModifiedBy>Ho Hoang Phuc</cp:lastModifiedBy>
  <cp:revision>64</cp:revision>
  <dcterms:created xsi:type="dcterms:W3CDTF">2024-01-14T03:31:11Z</dcterms:created>
  <dcterms:modified xsi:type="dcterms:W3CDTF">2025-01-14T03:07:46Z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0x01010041530B71D02ACE43A328C0D9C2A119D0</vt:lpwstr>
  </property>
</Properties>
</file>